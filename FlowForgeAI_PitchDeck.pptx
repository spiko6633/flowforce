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Functionality</c:v>
                </c:pt>
                <c:pt idx="1">
                  <c:v>Tech</c:v>
                </c:pt>
                <c:pt idx="2">
                  <c:v>Innovation</c:v>
                </c:pt>
                <c:pt idx="3">
                  <c:v>Practicality</c:v>
                </c:pt>
                <c:pt idx="4">
                  <c:v>Demo</c:v>
                </c:pt>
                <c:pt idx="5">
                  <c:v>Quality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98</c:v>
                </c:pt>
                <c:pt idx="2">
                  <c:v>92</c:v>
                </c:pt>
                <c:pt idx="3">
                  <c:v>96</c:v>
                </c:pt>
                <c:pt idx="4">
                  <c:v>94</c:v>
                </c:pt>
                <c:pt idx="5">
                  <c:v>97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FlowForge</c:v>
                </c:pt>
                <c:pt idx="1">
                  <c:v>LangChain</c:v>
                </c:pt>
                <c:pt idx="2">
                  <c:v>AutoGen</c:v>
                </c:pt>
                <c:pt idx="3">
                  <c:v>CrewAI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78</c:v>
                </c:pt>
                <c:pt idx="2">
                  <c:v>82</c:v>
                </c:pt>
                <c:pt idx="3">
                  <c:v>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v1.24</c:v>
                </c:pt>
                <c:pt idx="1">
                  <c:v>v1.25</c:v>
                </c:pt>
                <c:pt idx="2">
                  <c:v>v1.26</c:v>
                </c:pt>
                <c:pt idx="3">
                  <c:v>v1.27</c:v>
                </c:pt>
                <c:pt idx="4">
                  <c:v>v1.28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99.5</c:v>
                </c:pt>
                <c:pt idx="1">
                  <c:v>99.7</c:v>
                </c:pt>
                <c:pt idx="2">
                  <c:v>99.85</c:v>
                </c:pt>
                <c:pt idx="3">
                  <c:v>99.98</c:v>
                </c:pt>
                <c:pt idx="4">
                  <c:v>99.99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Frontend</c:v>
                </c:pt>
                <c:pt idx="1">
                  <c:v>Backend</c:v>
                </c:pt>
                <c:pt idx="2">
                  <c:v>AI/ML</c:v>
                </c:pt>
                <c:pt idx="3">
                  <c:v>DevOps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35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Workflow</c:v>
                </c:pt>
                <c:pt idx="1">
                  <c:v>Agent</c:v>
                </c:pt>
                <c:pt idx="2">
                  <c:v>Score</c:v>
                </c:pt>
                <c:pt idx="3">
                  <c:v>PPT</c:v>
                </c:pt>
                <c:pt idx="4">
                  <c:v>Video</c:v>
                </c:pt>
                <c:pt idx="5">
                  <c:v>Compliance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90</c:v>
                </c:pt>
                <c:pt idx="2">
                  <c:v>92</c:v>
                </c:pt>
                <c:pt idx="3">
                  <c:v>70</c:v>
                </c:pt>
                <c:pt idx="4">
                  <c:v>75</c:v>
                </c:pt>
                <c:pt idx="5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v1.26</c:v>
                </c:pt>
                <c:pt idx="1">
                  <c:v>v1.27</c:v>
                </c:pt>
                <c:pt idx="2">
                  <c:v>v1.28</c:v>
                </c:pt>
                <c:pt idx="3">
                  <c:v>v1.29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92</c:v>
                </c:pt>
                <c:pt idx="2">
                  <c:v>102</c:v>
                </c:pt>
                <c:pt idx="3">
                  <c:v>120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Workflow</c:v>
                </c:pt>
                <c:pt idx="1">
                  <c:v>Agent</c:v>
                </c:pt>
                <c:pt idx="2">
                  <c:v>Score</c:v>
                </c:pt>
                <c:pt idx="3">
                  <c:v>PPT</c:v>
                </c:pt>
                <c:pt idx="4">
                  <c:v>Video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40</c:v>
                </c:pt>
                <c:pt idx="2">
                  <c:v>50</c:v>
                </c:pt>
                <c:pt idx="3">
                  <c:v>30</c:v>
                </c:pt>
                <c:pt idx="4">
                  <c:v>30</c:v>
                </c:pt>
                <c:pt idx="5">
                  <c:v>134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Week1</c:v>
                </c:pt>
                <c:pt idx="1">
                  <c:v>Week2</c:v>
                </c:pt>
                <c:pt idx="2">
                  <c:v>Week3</c:v>
                </c:pt>
                <c:pt idx="3">
                  <c:v>Week4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82</c:v>
                </c:pt>
                <c:pt idx="2">
                  <c:v>88</c:v>
                </c:pt>
                <c:pt idx="3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Latency</c:v>
                </c:pt>
                <c:pt idx="1">
                  <c:v>Throughput</c:v>
                </c:pt>
                <c:pt idx="2">
                  <c:v>Memory</c:v>
                </c:pt>
                <c:pt idx="3">
                  <c:v>CPU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92</c:v>
                </c:pt>
                <c:pt idx="2">
                  <c:v>68</c:v>
                </c:pt>
                <c:pt idx="3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API</c:v>
                </c:pt>
                <c:pt idx="1">
                  <c:v>UI</c:v>
                </c:pt>
                <c:pt idx="2">
                  <c:v>Test</c:v>
                </c:pt>
                <c:pt idx="3">
                  <c:v>Doc</c:v>
                </c:pt>
                <c:pt idx="4">
                  <c:v>Demo</c:v>
                </c:pt>
                <c:pt idx="5">
                  <c:v>Deploy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95</c:v>
                </c:pt>
                <c:pt idx="2">
                  <c:v>100</c:v>
                </c:pt>
                <c:pt idx="3">
                  <c:v>90</c:v>
                </c:pt>
                <c:pt idx="4">
                  <c:v>94</c:v>
                </c:pt>
                <c:pt idx="5">
                  <c:v>92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Excellent</c:v>
                </c:pt>
                <c:pt idx="1">
                  <c:v>Good</c:v>
                </c:pt>
                <c:pt idx="2">
                  <c:v>Average</c:v>
                </c:pt>
                <c:pt idx="3">
                  <c:v>Poor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v1.15</c:v>
                </c:pt>
                <c:pt idx="1">
                  <c:v>v1.20</c:v>
                </c:pt>
                <c:pt idx="2">
                  <c:v>v1.25</c:v>
                </c:pt>
                <c:pt idx="3">
                  <c:v>v1.29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65</c:v>
                </c:pt>
                <c:pt idx="2">
                  <c:v>80</c:v>
                </c:pt>
                <c:pt idx="3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8</c:v>
                </c:pt>
                <c:pt idx="2">
                  <c:v>5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Memory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Core</c:v>
                </c:pt>
                <c:pt idx="1">
                  <c:v>Agent</c:v>
                </c:pt>
                <c:pt idx="2">
                  <c:v>Score</c:v>
                </c:pt>
                <c:pt idx="3">
                  <c:v>UI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Lint</c:v>
                </c:pt>
                <c:pt idx="1">
                  <c:v>Test</c:v>
                </c:pt>
                <c:pt idx="2">
                  <c:v>Build</c:v>
                </c:pt>
                <c:pt idx="3">
                  <c:v>Deploy</c:v>
                </c:pt>
                <c:pt idx="4">
                  <c:v>Security</c:v>
                </c:pt>
                <c:pt idx="5">
                  <c:v>Perf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98</c:v>
                </c:pt>
                <c:pt idx="2">
                  <c:v>100</c:v>
                </c:pt>
                <c:pt idx="3">
                  <c:v>95</c:v>
                </c:pt>
                <c:pt idx="4">
                  <c:v>100</c:v>
                </c:pt>
                <c:pt idx="5">
                  <c:v>92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FlowForge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Multi-Agent Workflow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Team: Shadu Team | XiHack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1/34 | FlowForge AI v1.27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Enterprise AI adoption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Manual workflow design is slow and error-prone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2/34 | FlowForge AI v1.27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Natural language to executable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Powered by NVIDIA Build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3/34 | FlowForge AI v1.27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4-Layer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Frontend -&gt; API -&gt; Service -&gt;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4/34 | FlowForge AI v1.27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NL2Workflow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Natural language to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Drag-and-drop + AI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5/34 | FlowForge AI v1.27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DAG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Parallel execution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Topological sort + retry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6/34 | FlowForge AI v1.27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Agent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Role-based + tool calling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7/34 | FlowForge AI v1.27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Score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Real-time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6-dimension + WebSocket push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8/34 | FlowForge AI v1.27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Template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Community-driven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9/34 | FlowForge AI v1.27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Auto-optimization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Max-gain + micro-optimizer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10/34 | FlowForge AI v1.27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Smart model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Cost + quality 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11/34 | FlowForge AI v1.27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Core Features -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Real-time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WebSocket + SSE streaming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12/34 | FlowForge AI v1.27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Tech Stack -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Vue 3 +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Naive UI + ECharts + Three.js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13/34 | FlowForge AI v1.27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Tech Stack -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FastAPI + SQLModel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Python 3.11 + uvicorn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14/34 | FlowForge AI v1.27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Tech Stack - AI/ML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NVIDIA Build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Multi-model + local 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15/34 | FlowForge AI v1.27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Sensitive word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5 categories + prompt injection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16/34 | FlowForge AI v1.27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Visual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Design token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Glassmorphism + Neumorphism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17/34 | FlowForge AI v1.27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PPT Code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Architecture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Live Agent operation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18/34 | FlowForge AI v1.27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Video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120s 1080p 30fps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Brand intro + 7 chapters + subtitles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19/34 | FlowForge AI v1.27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vs LangChain / AutoGen / CrewAI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8-dimension comparison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20/34 | FlowForge AI v1.27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Scoring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Real-time score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6 dimensions + bottleneck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21/34 | FlowForge AI v1.27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Sub-100ms API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10K concurrent WebSocket connections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22/34 | FlowForge AI v1.27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User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Enterprise dev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Code review + test gen + doc 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23/34 | FlowForge AI v1.27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User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Startup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Fast prototyping +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24/34 | FlowForge AI v1.27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User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Research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Experiment tracking +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25/34 | FlowForge AI v1.27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Q4 2026: Public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Q1 2027: Enterprise GA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26/34 | FlowForge AI v1.27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Team - Shadu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OPC + Student + AI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Mixed team for hackathon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27/34 | FlowForge AI v1.27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Testing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82+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56+ integrity checks + E2E 15/15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28/34 | FlowForge AI v1.27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One-click start.bat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Zero-fault + self-healing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29/34 | FlowForge AI v1.27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Open Source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Apache 2.0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Community contributions 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30/34 | FlowForge AI v1.27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Impact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Bridge AI and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Make AI accessible to everyone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31/34 | FlowForge AI v1.27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NVIDIA Build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XiHack 2026 organizers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32/34 | FlowForge AI v1.27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Contact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Team: Shadu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GitHub | Email | WeChat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33/34 | FlowForge AI v1.27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rPr>
                <a:solidFill>
                  <a:srgbClr val="E2E8F0"/>
                </a:solidFill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rPr>
                <a:solidFill>
                  <a:srgbClr val="E2E8F0"/>
                </a:solidFill>
              </a:rPr>
              <a:t>FlowForge AI - XiHack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rPr>
                <a:solidFill>
                  <a:srgbClr val="E2E8F0"/>
                </a:solidFill>
              </a:rPr>
              <a:t>Page 34/34 | FlowForge AI v1.27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Technology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FlowForge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AutoGen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CrewAI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Multi-Agent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(DAG)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Visual Workflow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(Drag-Drop)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Real-time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(WebSocket)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Score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 (Auto-loop)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HarmonyOS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Score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344 API routes, 6 modules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Technical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FastAPI + Vue3 + SQLAlchemy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 score optimization loop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Practicality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Working demo with real data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Demo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Live UI + API + PPT + Video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Development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400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Achievement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v1.15-v1.20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Core platform +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Sep 2026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v1.21-v1.25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UI quality +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Sep 2026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Deep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v1.26-v1.28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 charts + API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Oct 2026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Root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Deep content + real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Oct 2026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Feature 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Test Coverage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API Endpoints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Workflow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Agent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Score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Video Rendering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Compliance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Product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400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Dependencies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v1.30: AI Model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Q4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NVIDIA API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v1.31: Multi-device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Q4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HarmonyOS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v1.32: Plugin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Q1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SDK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v1.33: Enterprise 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Q1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OAuth2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1371600"/>
          </a:xfrm>
          <a:prstGeom prst="roundRect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Vue3 + Naive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286000" cy="1371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API Gateway</a:t>
            </a:r>
          </a:p>
          <a:p>
            <a:r>
              <a:t>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2286000" cy="13716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Workflow Engine</a:t>
            </a:r>
          </a:p>
          <a:p>
            <a:r>
              <a:t>DAG Scheduler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286000" cy="1371600"/>
          </a:xfrm>
          <a:prstGeom prst="roundRect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Agent Pool</a:t>
            </a:r>
          </a:p>
          <a:p>
            <a:r>
              <a:t>Multi-Model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200400"/>
            <a:ext cx="2286000" cy="1371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Score Optimizer</a:t>
            </a:r>
          </a:p>
          <a:p>
            <a:r>
              <a:t>Auto-Loop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200400"/>
            <a:ext cx="2286000" cy="1371600"/>
          </a:xfrm>
          <a:prstGeom prst="roundRect">
            <a:avLst/>
          </a:prstGeom>
          <a:solidFill>
            <a:srgbClr val="6474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Storage</a:t>
            </a:r>
          </a:p>
          <a:p>
            <a:r>
              <a:t>SQLite + Static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Agent Interaction Flow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1828800"/>
            <a:ext cx="1645920" cy="1097280"/>
          </a:xfrm>
          <a:prstGeom prst="ellipse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User Input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1828800"/>
            <a:ext cx="1645920" cy="1097280"/>
          </a:xfrm>
          <a:prstGeom prst="ellipse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Parse Intent</a:t>
            </a:r>
          </a:p>
        </p:txBody>
      </p:sp>
      <p:sp>
        <p:nvSpPr>
          <p:cNvPr id="5" name="Oval 4"/>
          <p:cNvSpPr/>
          <p:nvPr/>
        </p:nvSpPr>
        <p:spPr>
          <a:xfrm>
            <a:off x="3931920" y="1828800"/>
            <a:ext cx="1645920" cy="1097280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Select Agents</a:t>
            </a:r>
          </a:p>
        </p:txBody>
      </p:sp>
      <p:sp>
        <p:nvSpPr>
          <p:cNvPr id="6" name="Oval 5"/>
          <p:cNvSpPr/>
          <p:nvPr/>
        </p:nvSpPr>
        <p:spPr>
          <a:xfrm>
            <a:off x="5760720" y="1828800"/>
            <a:ext cx="1645920" cy="1097280"/>
          </a:xfrm>
          <a:prstGeom prst="ellipse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Execute DAG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3657600"/>
            <a:ext cx="1645920" cy="1097280"/>
          </a:xfrm>
          <a:prstGeom prst="ellipse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Aggregate Results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3657600"/>
            <a:ext cx="1645920" cy="1097280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Score &amp; Rank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3657600"/>
            <a:ext cx="1645920" cy="1097280"/>
          </a:xfrm>
          <a:prstGeom prst="ellipse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Optimize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3657600"/>
            <a:ext cx="1645920" cy="1097280"/>
          </a:xfrm>
          <a:prstGeom prst="ellipse">
            <a:avLst/>
          </a:prstGeom>
          <a:solidFill>
            <a:srgbClr val="06B6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Return Output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Workflow Orchestration Screenshot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[Workflow Editor]</a:t>
            </a:r>
          </a:p>
          <a:p/>
          <a:p>
            <a:r>
              <a:t>&gt; Drag agents onto canvas</a:t>
            </a:r>
          </a:p>
          <a:p>
            <a:r>
              <a:t>&gt; Connect with edges to form DAG</a:t>
            </a:r>
          </a:p>
          <a:p>
            <a:r>
              <a:t>&gt; Click Execute to run</a:t>
            </a:r>
          </a:p>
          <a:p>
            <a:r>
              <a:t>&gt; Real-time status via WebSocket</a:t>
            </a:r>
          </a:p>
          <a:p>
            <a:r>
              <a:t>&gt; Score auto-optimization loop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Module Complexity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Test 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API Route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Code Quality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Feature Completeness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User Satisfaction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Iteration Velocity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Error Rate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Resource Utilization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Module Dependencies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Quality Gates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Agent Template Definition (Python)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4572000"/>
          </a:xfrm>
          <a:prstGeom prst="roundRect">
            <a:avLst/>
          </a:prstGeom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from app.models.agent_template import AgentTemplate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template = AgentTemplate(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  name="CodeReviewer",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  model="glm-4.6",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  system_prompt="Review code for bugs and style",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  tools=["code_search", "test_runner"],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  temperature=0.3,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  max_tokens=4096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result = await template.execute(code_input)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print(result.score, result.suggestions)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Workflow DAG Construction (Python)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4572000"/>
          </a:xfrm>
          <a:prstGeom prst="roundRect">
            <a:avLst/>
          </a:prstGeom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from app.models.workflow import Workflow, Node, Edge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wf = Workflow(name="Optimization Pipeline")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review = Node(type="agent", template="CodeReviewer")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fix = Node(type="agent", template="CodeFixer")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test = Node(type="agent", template="TestRunner")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wf.add_nodes([review, fix, test])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wf.add_edge(Edge(review, fix))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wf.add_edge(Edge(fix, test))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execution = await wf.execute(input_code)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score = await wf.optimize_score(target=95)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Frontend Composable (TypeScript)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4572000"/>
          </a:xfrm>
          <a:prstGeom prst="roundRect">
            <a:avLst/>
          </a:prstGeom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const { data, execute, optimize } = useWorkflow()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const handleRun = async () =&gt; {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await execute(workflowId)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const result = await optimize({ targetScore: 95 })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if (result.improved) {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  message.success(`Score: ${result.score}`)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}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watch(() =&gt; data.value?.status, (val) =&gt; {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  if (val === 'completed') refreshScore()</a:t>
            </a:r>
          </a:p>
          <a:p>
            <a:pPr>
              <a:defRPr sz="1100">
                <a:solidFill>
                  <a:srgbClr val="A9DCFC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