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大家好，我们是 Shadu Team。FlowForge AI 是一个多智能体工作流编排平台，本次参加主赛道 AI×Blockchain 和分赛道 GCC 公共物品。项目已迭代到 v2.67，并在 BOT Chain 主网真实运行。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当前 AI 编码工具大多停留在单点生成，审查、测试、文档、安全各环节彼此割裂，产出质量也没有统一标准。更关键的是，AI 生成内容缺少可信凭证，审计和溯源成本很高。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我们用一套平台解决这三个问题：可视化编排多智能体工作流，用五维评分量化每次执行质量，再把关键结果哈希写入 BOT Chain 主网。模板市场让团队开箱即用，不必从零搭建。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架构分四层，前端 Vue3 与 ArkTS 覆盖 Web 和鸿蒙，后端 FastAPI 负责编排调度，Python 驱动多智能体协作，Solidity 合约完成链上存证。四层解耦，便于独立扩展和替换。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编排引擎支持串行、并行、条件分支和人工审批。五维评分从五个角度打分加权得到综合分。每次执行后哈希写入 BOT Chain，任何人可在 Scan 上独立验证。三者形成闭环。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负责生产，区块链负责证明。主赛道解决 AI 可信度，分赛道赋能全行业，双赛道同源，降低中小团队使用 AI 工程流水线的门槛。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和多数只做单点生成的 AI 编码助手不同，FlowForge 做的是全流程编排。65 个工作流、262 条执行记录、594 条评分记录都是真实沉淀。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部署信息完全公开：BOT Chain 主网，Chain ID 677，RPC 是 rpc.botchain.ai，浏览器是 scan.botchain.ai。存证合约支持写入和查询，所有交易都能按地址或哈希检索。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这是真实的代码运行产出。编排引擎调度多智能体，评分引擎记录五维分数，存证合约将哈希写入主网。所有结果可在 BOT Chain Scan 上独立验证。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从 v1.0 的单智能体原型，到 v2.67 的完整闭环，评分从 62 持续提升至 97。每一次版本迭代都解决真实痛点，永续优化不停步。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三个真实落地案例，每个都完成了从创建工作流到链上存证的完整流程，评分均在 95 以上，存证交易可在 BOT Chain Scan 上独立验证。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开发过程中遇到 5 个关键难题并全部解决：Vue Flow 黑框、拖拽失效、RPC 超时、并发竞争、类型不一致。每个难题都定位了根因并给出工程化解决方案。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FlowForge 适用于需要多智能体协作和可信存证的 AI 工程场景，目标用户是中小团队和开源项目。不适用于纯模型训练或单点离线推理。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项目源于深圳、杭州、西安三地 OPC 实地考察。三地共同指向编排+评分+存证三位一体的需求，FlowForge 由此立项。学术参考涵盖多智能体、评分评估、区块链等 12 篇核心文献。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总结一句话：让 AI 的每一次输出都可信。编排解决流程割裂，评分解决质量量化，存证解决结果验证。双赛道同源，产品已在主网运行，欢迎各位现场验证。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1628"/>
            </a:gs>
            <a:gs pos="100000">
              <a:srgbClr val="1A0B2E"/>
            </a:gs>
          </a:gsLst>
          <a:lin scaled="0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789920" y="0"/>
            <a:ext cx="1401775" cy="2011680"/>
          </a:xfrm>
          <a:prstGeom prst="ellipse">
            <a:avLst/>
          </a:prstGeom>
          <a:solidFill>
            <a:srgbClr val="F5B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155680" y="0"/>
            <a:ext cx="1036015" cy="1097280"/>
          </a:xfrm>
          <a:prstGeom prst="ellips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0" y="5486400"/>
            <a:ext cx="1645920" cy="1371600"/>
          </a:xfrm>
          <a:prstGeom prst="ellips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704320" y="5029200"/>
            <a:ext cx="487375" cy="914400"/>
          </a:xfrm>
          <a:prstGeom prst="ellipse">
            <a:avLst/>
          </a:prstGeom>
          <a:solidFill>
            <a:srgbClr val="F5B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A0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5486400"/>
            <a:ext cx="12191695" cy="13716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0" y="2286000"/>
            <a:ext cx="3200400" cy="3200400"/>
          </a:xfrm>
          <a:prstGeom prst="ellipse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515600" y="1828800"/>
            <a:ext cx="1676095" cy="3200400"/>
          </a:xfrm>
          <a:prstGeom prst="ellipse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0" y="0"/>
            <a:ext cx="4572000" cy="4572000"/>
          </a:xfrm>
          <a:prstGeom prst="ellipse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0" y="2743200"/>
            <a:ext cx="3047695" cy="4114800"/>
          </a:xfrm>
          <a:prstGeom prst="ellipse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57600" y="0"/>
            <a:ext cx="3657600" cy="3657600"/>
          </a:xfrm>
          <a:prstGeom prst="ellipse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64592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6888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9184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1480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93776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76072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0664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5256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87552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69848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52144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2344400" y="0"/>
            <a:ext cx="182880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74320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2295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371600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920240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468880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017520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566160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114800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663440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21207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76071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30935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85799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40663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95527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50391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05255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60119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14983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69847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124711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179575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274320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82295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371600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920240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2468880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3017520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3566160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4114800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4663440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521207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576071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630935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685799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740663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795527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50391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905255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960119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1014983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1069847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1124711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179575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274320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82295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1371600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1920240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2468880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3017520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3566160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4114800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4663440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521207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576071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630935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685799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740663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795527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850391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905255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960119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1014983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1069847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1124711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1179575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274320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82295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1371600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1920240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2468880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3017520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3566160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4114800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4663440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521207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576071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630935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685799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740663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795527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850391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905255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960119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1014983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1069847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1124711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1179575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274320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82295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1371600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1920240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2468880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3017520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3566160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4114800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4663440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521207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576071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630935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685799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740663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795527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850391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905255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960119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1014983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1069847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1124711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1179575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274320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82295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1371600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1920240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2468880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3017520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3566160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4114800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4663440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521207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576071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630935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685799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740663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795527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850391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905255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960119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1014983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1069847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1124711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1179575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274320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82295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1371600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1920240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2468880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3017520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3566160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4114800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4663440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521207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576071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630935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685799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740663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795527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850391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905255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960119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1014983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1069847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1124711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1179575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274320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82295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1371600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1920240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2468880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3017520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3566160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4114800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4663440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521207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576071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630935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xfrm>
            <a:off x="685799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xfrm>
            <a:off x="740663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Oval 198"/>
          <p:cNvSpPr/>
          <p:nvPr/>
        </p:nvSpPr>
        <p:spPr>
          <a:xfrm>
            <a:off x="795527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>
            <a:off x="850391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905255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960119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1014983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1069847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Oval 204"/>
          <p:cNvSpPr/>
          <p:nvPr/>
        </p:nvSpPr>
        <p:spPr>
          <a:xfrm>
            <a:off x="1124711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Oval 205"/>
          <p:cNvSpPr/>
          <p:nvPr/>
        </p:nvSpPr>
        <p:spPr>
          <a:xfrm>
            <a:off x="1179575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>
            <a:off x="274320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Oval 207"/>
          <p:cNvSpPr/>
          <p:nvPr/>
        </p:nvSpPr>
        <p:spPr>
          <a:xfrm>
            <a:off x="82295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Oval 208"/>
          <p:cNvSpPr/>
          <p:nvPr/>
        </p:nvSpPr>
        <p:spPr>
          <a:xfrm>
            <a:off x="1371600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Oval 209"/>
          <p:cNvSpPr/>
          <p:nvPr/>
        </p:nvSpPr>
        <p:spPr>
          <a:xfrm>
            <a:off x="1920240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Oval 210"/>
          <p:cNvSpPr/>
          <p:nvPr/>
        </p:nvSpPr>
        <p:spPr>
          <a:xfrm>
            <a:off x="2468880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Oval 211"/>
          <p:cNvSpPr/>
          <p:nvPr/>
        </p:nvSpPr>
        <p:spPr>
          <a:xfrm>
            <a:off x="3017520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Oval 212"/>
          <p:cNvSpPr/>
          <p:nvPr/>
        </p:nvSpPr>
        <p:spPr>
          <a:xfrm>
            <a:off x="3566160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4114800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4663440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521207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576071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630935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685799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740663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795527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850391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905255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960119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1014983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1069847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1124711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1179575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274320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82295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1371600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1920240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2468880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3017520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3566160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4114800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4663440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521207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576071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630935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685799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740663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Oval 242"/>
          <p:cNvSpPr/>
          <p:nvPr/>
        </p:nvSpPr>
        <p:spPr>
          <a:xfrm>
            <a:off x="795527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Oval 243"/>
          <p:cNvSpPr/>
          <p:nvPr/>
        </p:nvSpPr>
        <p:spPr>
          <a:xfrm>
            <a:off x="850391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Oval 244"/>
          <p:cNvSpPr/>
          <p:nvPr/>
        </p:nvSpPr>
        <p:spPr>
          <a:xfrm>
            <a:off x="905255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Oval 245"/>
          <p:cNvSpPr/>
          <p:nvPr/>
        </p:nvSpPr>
        <p:spPr>
          <a:xfrm>
            <a:off x="960119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Oval 246"/>
          <p:cNvSpPr/>
          <p:nvPr/>
        </p:nvSpPr>
        <p:spPr>
          <a:xfrm>
            <a:off x="1014983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Oval 247"/>
          <p:cNvSpPr/>
          <p:nvPr/>
        </p:nvSpPr>
        <p:spPr>
          <a:xfrm>
            <a:off x="1069847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Oval 248"/>
          <p:cNvSpPr/>
          <p:nvPr/>
        </p:nvSpPr>
        <p:spPr>
          <a:xfrm>
            <a:off x="1124711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Oval 249"/>
          <p:cNvSpPr/>
          <p:nvPr/>
        </p:nvSpPr>
        <p:spPr>
          <a:xfrm>
            <a:off x="1179575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Oval 250"/>
          <p:cNvSpPr/>
          <p:nvPr/>
        </p:nvSpPr>
        <p:spPr>
          <a:xfrm>
            <a:off x="274320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Oval 251"/>
          <p:cNvSpPr/>
          <p:nvPr/>
        </p:nvSpPr>
        <p:spPr>
          <a:xfrm>
            <a:off x="82295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Oval 252"/>
          <p:cNvSpPr/>
          <p:nvPr/>
        </p:nvSpPr>
        <p:spPr>
          <a:xfrm>
            <a:off x="1371600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Oval 253"/>
          <p:cNvSpPr/>
          <p:nvPr/>
        </p:nvSpPr>
        <p:spPr>
          <a:xfrm>
            <a:off x="1920240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Oval 254"/>
          <p:cNvSpPr/>
          <p:nvPr/>
        </p:nvSpPr>
        <p:spPr>
          <a:xfrm>
            <a:off x="2468880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Oval 255"/>
          <p:cNvSpPr/>
          <p:nvPr/>
        </p:nvSpPr>
        <p:spPr>
          <a:xfrm>
            <a:off x="3017520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Oval 256"/>
          <p:cNvSpPr/>
          <p:nvPr/>
        </p:nvSpPr>
        <p:spPr>
          <a:xfrm>
            <a:off x="3566160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Oval 257"/>
          <p:cNvSpPr/>
          <p:nvPr/>
        </p:nvSpPr>
        <p:spPr>
          <a:xfrm>
            <a:off x="4114800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Oval 258"/>
          <p:cNvSpPr/>
          <p:nvPr/>
        </p:nvSpPr>
        <p:spPr>
          <a:xfrm>
            <a:off x="4663440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Oval 259"/>
          <p:cNvSpPr/>
          <p:nvPr/>
        </p:nvSpPr>
        <p:spPr>
          <a:xfrm>
            <a:off x="521207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Oval 260"/>
          <p:cNvSpPr/>
          <p:nvPr/>
        </p:nvSpPr>
        <p:spPr>
          <a:xfrm>
            <a:off x="576071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Oval 261"/>
          <p:cNvSpPr/>
          <p:nvPr/>
        </p:nvSpPr>
        <p:spPr>
          <a:xfrm>
            <a:off x="630935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Oval 262"/>
          <p:cNvSpPr/>
          <p:nvPr/>
        </p:nvSpPr>
        <p:spPr>
          <a:xfrm>
            <a:off x="685799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Oval 263"/>
          <p:cNvSpPr/>
          <p:nvPr/>
        </p:nvSpPr>
        <p:spPr>
          <a:xfrm>
            <a:off x="740663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Oval 264"/>
          <p:cNvSpPr/>
          <p:nvPr/>
        </p:nvSpPr>
        <p:spPr>
          <a:xfrm>
            <a:off x="795527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Oval 265"/>
          <p:cNvSpPr/>
          <p:nvPr/>
        </p:nvSpPr>
        <p:spPr>
          <a:xfrm>
            <a:off x="850391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Oval 266"/>
          <p:cNvSpPr/>
          <p:nvPr/>
        </p:nvSpPr>
        <p:spPr>
          <a:xfrm>
            <a:off x="905255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Oval 267"/>
          <p:cNvSpPr/>
          <p:nvPr/>
        </p:nvSpPr>
        <p:spPr>
          <a:xfrm>
            <a:off x="960119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Oval 268"/>
          <p:cNvSpPr/>
          <p:nvPr/>
        </p:nvSpPr>
        <p:spPr>
          <a:xfrm>
            <a:off x="1014983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Oval 269"/>
          <p:cNvSpPr/>
          <p:nvPr/>
        </p:nvSpPr>
        <p:spPr>
          <a:xfrm>
            <a:off x="1069847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Oval 270"/>
          <p:cNvSpPr/>
          <p:nvPr/>
        </p:nvSpPr>
        <p:spPr>
          <a:xfrm>
            <a:off x="1124711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Oval 271"/>
          <p:cNvSpPr/>
          <p:nvPr/>
        </p:nvSpPr>
        <p:spPr>
          <a:xfrm>
            <a:off x="1179575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Oval 272"/>
          <p:cNvSpPr/>
          <p:nvPr/>
        </p:nvSpPr>
        <p:spPr>
          <a:xfrm>
            <a:off x="274320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Oval 273"/>
          <p:cNvSpPr/>
          <p:nvPr/>
        </p:nvSpPr>
        <p:spPr>
          <a:xfrm>
            <a:off x="82295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Oval 274"/>
          <p:cNvSpPr/>
          <p:nvPr/>
        </p:nvSpPr>
        <p:spPr>
          <a:xfrm>
            <a:off x="1371600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Oval 275"/>
          <p:cNvSpPr/>
          <p:nvPr/>
        </p:nvSpPr>
        <p:spPr>
          <a:xfrm>
            <a:off x="1920240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Oval 276"/>
          <p:cNvSpPr/>
          <p:nvPr/>
        </p:nvSpPr>
        <p:spPr>
          <a:xfrm>
            <a:off x="2468880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Oval 277"/>
          <p:cNvSpPr/>
          <p:nvPr/>
        </p:nvSpPr>
        <p:spPr>
          <a:xfrm>
            <a:off x="3017520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Oval 278"/>
          <p:cNvSpPr/>
          <p:nvPr/>
        </p:nvSpPr>
        <p:spPr>
          <a:xfrm>
            <a:off x="3566160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Oval 279"/>
          <p:cNvSpPr/>
          <p:nvPr/>
        </p:nvSpPr>
        <p:spPr>
          <a:xfrm>
            <a:off x="4114800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Oval 280"/>
          <p:cNvSpPr/>
          <p:nvPr/>
        </p:nvSpPr>
        <p:spPr>
          <a:xfrm>
            <a:off x="4663440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Oval 281"/>
          <p:cNvSpPr/>
          <p:nvPr/>
        </p:nvSpPr>
        <p:spPr>
          <a:xfrm>
            <a:off x="521207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Oval 282"/>
          <p:cNvSpPr/>
          <p:nvPr/>
        </p:nvSpPr>
        <p:spPr>
          <a:xfrm>
            <a:off x="576071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Oval 283"/>
          <p:cNvSpPr/>
          <p:nvPr/>
        </p:nvSpPr>
        <p:spPr>
          <a:xfrm>
            <a:off x="630935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Oval 284"/>
          <p:cNvSpPr/>
          <p:nvPr/>
        </p:nvSpPr>
        <p:spPr>
          <a:xfrm>
            <a:off x="685799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Oval 285"/>
          <p:cNvSpPr/>
          <p:nvPr/>
        </p:nvSpPr>
        <p:spPr>
          <a:xfrm>
            <a:off x="740663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Oval 286"/>
          <p:cNvSpPr/>
          <p:nvPr/>
        </p:nvSpPr>
        <p:spPr>
          <a:xfrm>
            <a:off x="795527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Oval 287"/>
          <p:cNvSpPr/>
          <p:nvPr/>
        </p:nvSpPr>
        <p:spPr>
          <a:xfrm>
            <a:off x="850391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Oval 288"/>
          <p:cNvSpPr/>
          <p:nvPr/>
        </p:nvSpPr>
        <p:spPr>
          <a:xfrm>
            <a:off x="905255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Oval 289"/>
          <p:cNvSpPr/>
          <p:nvPr/>
        </p:nvSpPr>
        <p:spPr>
          <a:xfrm>
            <a:off x="960119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Oval 290"/>
          <p:cNvSpPr/>
          <p:nvPr/>
        </p:nvSpPr>
        <p:spPr>
          <a:xfrm>
            <a:off x="1014983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Oval 291"/>
          <p:cNvSpPr/>
          <p:nvPr/>
        </p:nvSpPr>
        <p:spPr>
          <a:xfrm>
            <a:off x="1069847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Oval 292"/>
          <p:cNvSpPr/>
          <p:nvPr/>
        </p:nvSpPr>
        <p:spPr>
          <a:xfrm>
            <a:off x="1124711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Oval 293"/>
          <p:cNvSpPr/>
          <p:nvPr/>
        </p:nvSpPr>
        <p:spPr>
          <a:xfrm>
            <a:off x="1179575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Rectangle 294"/>
          <p:cNvSpPr/>
          <p:nvPr/>
        </p:nvSpPr>
        <p:spPr>
          <a:xfrm>
            <a:off x="91479" y="4257697"/>
            <a:ext cx="2583260" cy="109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Rectangle 295"/>
          <p:cNvSpPr/>
          <p:nvPr/>
        </p:nvSpPr>
        <p:spPr>
          <a:xfrm>
            <a:off x="2693717" y="1783875"/>
            <a:ext cx="3685122" cy="109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Rectangle 296"/>
          <p:cNvSpPr/>
          <p:nvPr/>
        </p:nvSpPr>
        <p:spPr>
          <a:xfrm>
            <a:off x="317987" y="5759958"/>
            <a:ext cx="2986215" cy="109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Rectangle 297"/>
          <p:cNvSpPr/>
          <p:nvPr/>
        </p:nvSpPr>
        <p:spPr>
          <a:xfrm>
            <a:off x="799690" y="634302"/>
            <a:ext cx="3215090" cy="109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Rectangle 298"/>
          <p:cNvSpPr/>
          <p:nvPr/>
        </p:nvSpPr>
        <p:spPr>
          <a:xfrm>
            <a:off x="727268" y="614919"/>
            <a:ext cx="3611562" cy="109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ectangle 299"/>
          <p:cNvSpPr/>
          <p:nvPr/>
        </p:nvSpPr>
        <p:spPr>
          <a:xfrm>
            <a:off x="806283" y="3696114"/>
            <a:ext cx="3445273" cy="109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Rectangle 300"/>
          <p:cNvSpPr/>
          <p:nvPr/>
        </p:nvSpPr>
        <p:spPr>
          <a:xfrm>
            <a:off x="9560961" y="23769"/>
            <a:ext cx="10972" cy="3302482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Rectangle 301"/>
          <p:cNvSpPr/>
          <p:nvPr/>
        </p:nvSpPr>
        <p:spPr>
          <a:xfrm>
            <a:off x="8309257" y="1244500"/>
            <a:ext cx="10972" cy="2113140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ectangle 302"/>
          <p:cNvSpPr/>
          <p:nvPr/>
        </p:nvSpPr>
        <p:spPr>
          <a:xfrm>
            <a:off x="11223090" y="1231128"/>
            <a:ext cx="10972" cy="1998413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Rectangle 303"/>
          <p:cNvSpPr/>
          <p:nvPr/>
        </p:nvSpPr>
        <p:spPr>
          <a:xfrm>
            <a:off x="1544980" y="3099795"/>
            <a:ext cx="10972" cy="2932894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Rectangle 304"/>
          <p:cNvSpPr/>
          <p:nvPr/>
        </p:nvSpPr>
        <p:spPr>
          <a:xfrm>
            <a:off x="9535068" y="2669066"/>
            <a:ext cx="10972" cy="2809453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Oval 305"/>
          <p:cNvSpPr/>
          <p:nvPr/>
        </p:nvSpPr>
        <p:spPr>
          <a:xfrm>
            <a:off x="11135004" y="2637830"/>
            <a:ext cx="54864" cy="5486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Oval 306"/>
          <p:cNvSpPr/>
          <p:nvPr/>
        </p:nvSpPr>
        <p:spPr>
          <a:xfrm>
            <a:off x="11116716" y="2619542"/>
            <a:ext cx="91440" cy="914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Oval 307"/>
          <p:cNvSpPr/>
          <p:nvPr/>
        </p:nvSpPr>
        <p:spPr>
          <a:xfrm>
            <a:off x="6514631" y="5235168"/>
            <a:ext cx="54864" cy="5486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Oval 308"/>
          <p:cNvSpPr/>
          <p:nvPr/>
        </p:nvSpPr>
        <p:spPr>
          <a:xfrm>
            <a:off x="6496343" y="5216880"/>
            <a:ext cx="91440" cy="914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Oval 309"/>
          <p:cNvSpPr/>
          <p:nvPr/>
        </p:nvSpPr>
        <p:spPr>
          <a:xfrm>
            <a:off x="7244093" y="5421252"/>
            <a:ext cx="54864" cy="5486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Oval 310"/>
          <p:cNvSpPr/>
          <p:nvPr/>
        </p:nvSpPr>
        <p:spPr>
          <a:xfrm>
            <a:off x="7225805" y="5402964"/>
            <a:ext cx="91440" cy="914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Oval 311"/>
          <p:cNvSpPr/>
          <p:nvPr/>
        </p:nvSpPr>
        <p:spPr>
          <a:xfrm>
            <a:off x="6792369" y="4516041"/>
            <a:ext cx="54864" cy="5486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Oval 312"/>
          <p:cNvSpPr/>
          <p:nvPr/>
        </p:nvSpPr>
        <p:spPr>
          <a:xfrm>
            <a:off x="6774081" y="4497753"/>
            <a:ext cx="91440" cy="914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Oval 313"/>
          <p:cNvSpPr/>
          <p:nvPr/>
        </p:nvSpPr>
        <p:spPr>
          <a:xfrm>
            <a:off x="960021" y="1770058"/>
            <a:ext cx="54864" cy="5486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Oval 314"/>
          <p:cNvSpPr/>
          <p:nvPr/>
        </p:nvSpPr>
        <p:spPr>
          <a:xfrm>
            <a:off x="941733" y="1751770"/>
            <a:ext cx="91440" cy="914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Oval 315"/>
          <p:cNvSpPr/>
          <p:nvPr/>
        </p:nvSpPr>
        <p:spPr>
          <a:xfrm>
            <a:off x="3632596" y="916859"/>
            <a:ext cx="54864" cy="5486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Oval 316"/>
          <p:cNvSpPr/>
          <p:nvPr/>
        </p:nvSpPr>
        <p:spPr>
          <a:xfrm>
            <a:off x="3614308" y="898571"/>
            <a:ext cx="91440" cy="914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Oval 317"/>
          <p:cNvSpPr/>
          <p:nvPr/>
        </p:nvSpPr>
        <p:spPr>
          <a:xfrm>
            <a:off x="3011567" y="1039040"/>
            <a:ext cx="54864" cy="5486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Oval 318"/>
          <p:cNvSpPr/>
          <p:nvPr/>
        </p:nvSpPr>
        <p:spPr>
          <a:xfrm>
            <a:off x="2993279" y="1020752"/>
            <a:ext cx="91440" cy="914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Oval 319"/>
          <p:cNvSpPr/>
          <p:nvPr/>
        </p:nvSpPr>
        <p:spPr>
          <a:xfrm>
            <a:off x="3507348" y="4119200"/>
            <a:ext cx="54864" cy="5486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Oval 320"/>
          <p:cNvSpPr/>
          <p:nvPr/>
        </p:nvSpPr>
        <p:spPr>
          <a:xfrm>
            <a:off x="3489060" y="4100912"/>
            <a:ext cx="91440" cy="914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Oval 321"/>
          <p:cNvSpPr/>
          <p:nvPr/>
        </p:nvSpPr>
        <p:spPr>
          <a:xfrm>
            <a:off x="4460430" y="2589708"/>
            <a:ext cx="54864" cy="5486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Oval 322"/>
          <p:cNvSpPr/>
          <p:nvPr/>
        </p:nvSpPr>
        <p:spPr>
          <a:xfrm>
            <a:off x="4442142" y="2571420"/>
            <a:ext cx="91440" cy="914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Oval 323"/>
          <p:cNvSpPr/>
          <p:nvPr/>
        </p:nvSpPr>
        <p:spPr>
          <a:xfrm>
            <a:off x="2756078" y="1995184"/>
            <a:ext cx="54864" cy="5486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Oval 324"/>
          <p:cNvSpPr/>
          <p:nvPr/>
        </p:nvSpPr>
        <p:spPr>
          <a:xfrm>
            <a:off x="2737790" y="1976896"/>
            <a:ext cx="91440" cy="914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Rectangle 325"/>
          <p:cNvSpPr/>
          <p:nvPr/>
        </p:nvSpPr>
        <p:spPr>
          <a:xfrm>
            <a:off x="0" y="182880"/>
            <a:ext cx="4114800" cy="1828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Rectangle 326"/>
          <p:cNvSpPr/>
          <p:nvPr/>
        </p:nvSpPr>
        <p:spPr>
          <a:xfrm>
            <a:off x="0" y="320040"/>
            <a:ext cx="2743200" cy="13716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Rectangle 327"/>
          <p:cNvSpPr/>
          <p:nvPr/>
        </p:nvSpPr>
        <p:spPr>
          <a:xfrm>
            <a:off x="8046720" y="6446520"/>
            <a:ext cx="4114800" cy="18288"/>
          </a:xfrm>
          <a:prstGeom prst="rect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Rectangle 328"/>
          <p:cNvSpPr/>
          <p:nvPr/>
        </p:nvSpPr>
        <p:spPr>
          <a:xfrm>
            <a:off x="9418320" y="6309360"/>
            <a:ext cx="2743200" cy="1371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Rectangle 329"/>
          <p:cNvSpPr/>
          <p:nvPr/>
        </p:nvSpPr>
        <p:spPr>
          <a:xfrm>
            <a:off x="5029200" y="0"/>
            <a:ext cx="9144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Rectangle 330"/>
          <p:cNvSpPr/>
          <p:nvPr/>
        </p:nvSpPr>
        <p:spPr>
          <a:xfrm>
            <a:off x="5166360" y="0"/>
            <a:ext cx="9144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Rectangle 331"/>
          <p:cNvSpPr/>
          <p:nvPr/>
        </p:nvSpPr>
        <p:spPr>
          <a:xfrm>
            <a:off x="5303520" y="0"/>
            <a:ext cx="9144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Rectangle 332"/>
          <p:cNvSpPr/>
          <p:nvPr/>
        </p:nvSpPr>
        <p:spPr>
          <a:xfrm>
            <a:off x="0" y="137160"/>
            <a:ext cx="12191695" cy="548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Rectangle 333"/>
          <p:cNvSpPr/>
          <p:nvPr/>
        </p:nvSpPr>
        <p:spPr>
          <a:xfrm>
            <a:off x="0" y="978408"/>
            <a:ext cx="12191695" cy="548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Rectangle 334"/>
          <p:cNvSpPr/>
          <p:nvPr/>
        </p:nvSpPr>
        <p:spPr>
          <a:xfrm>
            <a:off x="0" y="1819656"/>
            <a:ext cx="12191695" cy="548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Rectangle 335"/>
          <p:cNvSpPr/>
          <p:nvPr/>
        </p:nvSpPr>
        <p:spPr>
          <a:xfrm>
            <a:off x="0" y="2660904"/>
            <a:ext cx="12191695" cy="548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Rectangle 336"/>
          <p:cNvSpPr/>
          <p:nvPr/>
        </p:nvSpPr>
        <p:spPr>
          <a:xfrm>
            <a:off x="0" y="3502152"/>
            <a:ext cx="12191695" cy="548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Rectangle 337"/>
          <p:cNvSpPr/>
          <p:nvPr/>
        </p:nvSpPr>
        <p:spPr>
          <a:xfrm>
            <a:off x="0" y="4343400"/>
            <a:ext cx="12191695" cy="548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Rectangle 338"/>
          <p:cNvSpPr/>
          <p:nvPr/>
        </p:nvSpPr>
        <p:spPr>
          <a:xfrm>
            <a:off x="0" y="5184648"/>
            <a:ext cx="12191695" cy="548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Rectangle 339"/>
          <p:cNvSpPr/>
          <p:nvPr/>
        </p:nvSpPr>
        <p:spPr>
          <a:xfrm>
            <a:off x="0" y="6025896"/>
            <a:ext cx="12191695" cy="548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Oval 340"/>
          <p:cNvSpPr/>
          <p:nvPr/>
        </p:nvSpPr>
        <p:spPr>
          <a:xfrm>
            <a:off x="4835217" y="1361247"/>
            <a:ext cx="94339" cy="94339"/>
          </a:xfrm>
          <a:prstGeom prst="ellipse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Oval 341"/>
          <p:cNvSpPr/>
          <p:nvPr/>
        </p:nvSpPr>
        <p:spPr>
          <a:xfrm>
            <a:off x="6347216" y="4515070"/>
            <a:ext cx="91141" cy="91141"/>
          </a:xfrm>
          <a:prstGeom prst="ellipse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Oval 342"/>
          <p:cNvSpPr/>
          <p:nvPr/>
        </p:nvSpPr>
        <p:spPr>
          <a:xfrm>
            <a:off x="1768894" y="6349443"/>
            <a:ext cx="44408" cy="44408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Oval 343"/>
          <p:cNvSpPr/>
          <p:nvPr/>
        </p:nvSpPr>
        <p:spPr>
          <a:xfrm>
            <a:off x="5353617" y="2195498"/>
            <a:ext cx="64476" cy="64476"/>
          </a:xfrm>
          <a:prstGeom prst="ellipse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Oval 344"/>
          <p:cNvSpPr/>
          <p:nvPr/>
        </p:nvSpPr>
        <p:spPr>
          <a:xfrm>
            <a:off x="1585861" y="5312615"/>
            <a:ext cx="58162" cy="58162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Oval 345"/>
          <p:cNvSpPr/>
          <p:nvPr/>
        </p:nvSpPr>
        <p:spPr>
          <a:xfrm>
            <a:off x="5370210" y="1419817"/>
            <a:ext cx="47888" cy="47888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Oval 346"/>
          <p:cNvSpPr/>
          <p:nvPr/>
        </p:nvSpPr>
        <p:spPr>
          <a:xfrm>
            <a:off x="11604956" y="4210089"/>
            <a:ext cx="97515" cy="97515"/>
          </a:xfrm>
          <a:prstGeom prst="ellipse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Oval 347"/>
          <p:cNvSpPr/>
          <p:nvPr/>
        </p:nvSpPr>
        <p:spPr>
          <a:xfrm>
            <a:off x="9726414" y="4568740"/>
            <a:ext cx="69334" cy="69334"/>
          </a:xfrm>
          <a:prstGeom prst="ellipse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Oval 348"/>
          <p:cNvSpPr/>
          <p:nvPr/>
        </p:nvSpPr>
        <p:spPr>
          <a:xfrm>
            <a:off x="974463" y="1096331"/>
            <a:ext cx="37450" cy="3745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Oval 349"/>
          <p:cNvSpPr/>
          <p:nvPr/>
        </p:nvSpPr>
        <p:spPr>
          <a:xfrm>
            <a:off x="10439447" y="4646868"/>
            <a:ext cx="77961" cy="77961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Oval 350"/>
          <p:cNvSpPr/>
          <p:nvPr/>
        </p:nvSpPr>
        <p:spPr>
          <a:xfrm>
            <a:off x="6668467" y="713150"/>
            <a:ext cx="54870" cy="54870"/>
          </a:xfrm>
          <a:prstGeom prst="ellipse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Oval 351"/>
          <p:cNvSpPr/>
          <p:nvPr/>
        </p:nvSpPr>
        <p:spPr>
          <a:xfrm>
            <a:off x="11603437" y="2455060"/>
            <a:ext cx="38153" cy="38153"/>
          </a:xfrm>
          <a:prstGeom prst="ellipse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Oval 352"/>
          <p:cNvSpPr/>
          <p:nvPr/>
        </p:nvSpPr>
        <p:spPr>
          <a:xfrm>
            <a:off x="6860823" y="3934604"/>
            <a:ext cx="75416" cy="75416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Oval 353"/>
          <p:cNvSpPr/>
          <p:nvPr/>
        </p:nvSpPr>
        <p:spPr>
          <a:xfrm>
            <a:off x="3831632" y="2853451"/>
            <a:ext cx="84921" cy="84921"/>
          </a:xfrm>
          <a:prstGeom prst="ellipse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Oval 354"/>
          <p:cNvSpPr/>
          <p:nvPr/>
        </p:nvSpPr>
        <p:spPr>
          <a:xfrm>
            <a:off x="5750328" y="4098430"/>
            <a:ext cx="98027" cy="98027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Oval 355"/>
          <p:cNvSpPr/>
          <p:nvPr/>
        </p:nvSpPr>
        <p:spPr>
          <a:xfrm>
            <a:off x="9803789" y="397143"/>
            <a:ext cx="57201" cy="57201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Oval 356"/>
          <p:cNvSpPr/>
          <p:nvPr/>
        </p:nvSpPr>
        <p:spPr>
          <a:xfrm>
            <a:off x="5447626" y="4969001"/>
            <a:ext cx="81875" cy="81875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Oval 357"/>
          <p:cNvSpPr/>
          <p:nvPr/>
        </p:nvSpPr>
        <p:spPr>
          <a:xfrm>
            <a:off x="8872455" y="1060573"/>
            <a:ext cx="59183" cy="59183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Oval 358"/>
          <p:cNvSpPr/>
          <p:nvPr/>
        </p:nvSpPr>
        <p:spPr>
          <a:xfrm>
            <a:off x="8934753" y="2895632"/>
            <a:ext cx="66810" cy="6681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Oval 359"/>
          <p:cNvSpPr/>
          <p:nvPr/>
        </p:nvSpPr>
        <p:spPr>
          <a:xfrm>
            <a:off x="718963" y="6269433"/>
            <a:ext cx="97109" cy="97109"/>
          </a:xfrm>
          <a:prstGeom prst="ellipse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Oval 360"/>
          <p:cNvSpPr/>
          <p:nvPr/>
        </p:nvSpPr>
        <p:spPr>
          <a:xfrm>
            <a:off x="8870331" y="5019754"/>
            <a:ext cx="67484" cy="67484"/>
          </a:xfrm>
          <a:prstGeom prst="ellipse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Oval 361"/>
          <p:cNvSpPr/>
          <p:nvPr/>
        </p:nvSpPr>
        <p:spPr>
          <a:xfrm>
            <a:off x="1235623" y="4509817"/>
            <a:ext cx="70418" cy="70418"/>
          </a:xfrm>
          <a:prstGeom prst="ellipse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Oval 362"/>
          <p:cNvSpPr/>
          <p:nvPr/>
        </p:nvSpPr>
        <p:spPr>
          <a:xfrm>
            <a:off x="2404733" y="4806135"/>
            <a:ext cx="39306" cy="39306"/>
          </a:xfrm>
          <a:prstGeom prst="ellipse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Oval 363"/>
          <p:cNvSpPr/>
          <p:nvPr/>
        </p:nvSpPr>
        <p:spPr>
          <a:xfrm>
            <a:off x="2518251" y="2610412"/>
            <a:ext cx="75306" cy="75306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Oval 364"/>
          <p:cNvSpPr/>
          <p:nvPr/>
        </p:nvSpPr>
        <p:spPr>
          <a:xfrm>
            <a:off x="6375392" y="2664231"/>
            <a:ext cx="80753" cy="80753"/>
          </a:xfrm>
          <a:prstGeom prst="ellipse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Oval 365"/>
          <p:cNvSpPr/>
          <p:nvPr/>
        </p:nvSpPr>
        <p:spPr>
          <a:xfrm>
            <a:off x="3069473" y="5571498"/>
            <a:ext cx="38829" cy="38829"/>
          </a:xfrm>
          <a:prstGeom prst="ellipse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Oval 366"/>
          <p:cNvSpPr/>
          <p:nvPr/>
        </p:nvSpPr>
        <p:spPr>
          <a:xfrm>
            <a:off x="11772815" y="2672299"/>
            <a:ext cx="60213" cy="60213"/>
          </a:xfrm>
          <a:prstGeom prst="ellipse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Oval 367"/>
          <p:cNvSpPr/>
          <p:nvPr/>
        </p:nvSpPr>
        <p:spPr>
          <a:xfrm>
            <a:off x="10318903" y="3573868"/>
            <a:ext cx="74940" cy="749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Rectangle 368"/>
          <p:cNvSpPr/>
          <p:nvPr/>
        </p:nvSpPr>
        <p:spPr>
          <a:xfrm>
            <a:off x="137160" y="137160"/>
            <a:ext cx="347472" cy="4114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Rectangle 369"/>
          <p:cNvSpPr/>
          <p:nvPr/>
        </p:nvSpPr>
        <p:spPr>
          <a:xfrm>
            <a:off x="137160" y="137160"/>
            <a:ext cx="41148" cy="3474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Rectangle 370"/>
          <p:cNvSpPr/>
          <p:nvPr/>
        </p:nvSpPr>
        <p:spPr>
          <a:xfrm>
            <a:off x="11707063" y="137160"/>
            <a:ext cx="347472" cy="41148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Rectangle 371"/>
          <p:cNvSpPr/>
          <p:nvPr/>
        </p:nvSpPr>
        <p:spPr>
          <a:xfrm>
            <a:off x="12013387" y="137160"/>
            <a:ext cx="41148" cy="347472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Rectangle 372"/>
          <p:cNvSpPr/>
          <p:nvPr/>
        </p:nvSpPr>
        <p:spPr>
          <a:xfrm>
            <a:off x="137160" y="6679692"/>
            <a:ext cx="347472" cy="41148"/>
          </a:xfrm>
          <a:prstGeom prst="rect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Rectangle 373"/>
          <p:cNvSpPr/>
          <p:nvPr/>
        </p:nvSpPr>
        <p:spPr>
          <a:xfrm>
            <a:off x="137160" y="6373368"/>
            <a:ext cx="41148" cy="347472"/>
          </a:xfrm>
          <a:prstGeom prst="rect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Rectangle 374"/>
          <p:cNvSpPr/>
          <p:nvPr/>
        </p:nvSpPr>
        <p:spPr>
          <a:xfrm>
            <a:off x="11707063" y="6679692"/>
            <a:ext cx="347472" cy="4114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Rectangle 375"/>
          <p:cNvSpPr/>
          <p:nvPr/>
        </p:nvSpPr>
        <p:spPr>
          <a:xfrm>
            <a:off x="12013387" y="6373368"/>
            <a:ext cx="41148" cy="3474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Rectangle 376"/>
          <p:cNvSpPr/>
          <p:nvPr/>
        </p:nvSpPr>
        <p:spPr>
          <a:xfrm>
            <a:off x="54864" y="54864"/>
            <a:ext cx="12081967" cy="2286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Rectangle 377"/>
          <p:cNvSpPr/>
          <p:nvPr/>
        </p:nvSpPr>
        <p:spPr>
          <a:xfrm>
            <a:off x="54864" y="6780276"/>
            <a:ext cx="12081967" cy="2286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Rectangle 378"/>
          <p:cNvSpPr/>
          <p:nvPr/>
        </p:nvSpPr>
        <p:spPr>
          <a:xfrm>
            <a:off x="54864" y="54864"/>
            <a:ext cx="22860" cy="6748272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Rectangle 379"/>
          <p:cNvSpPr/>
          <p:nvPr/>
        </p:nvSpPr>
        <p:spPr>
          <a:xfrm>
            <a:off x="12113971" y="54864"/>
            <a:ext cx="22860" cy="6748272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Rectangle 380"/>
          <p:cNvSpPr/>
          <p:nvPr/>
        </p:nvSpPr>
        <p:spPr>
          <a:xfrm>
            <a:off x="82296" y="82296"/>
            <a:ext cx="12027103" cy="16459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Rectangle 381"/>
          <p:cNvSpPr/>
          <p:nvPr/>
        </p:nvSpPr>
        <p:spPr>
          <a:xfrm>
            <a:off x="82296" y="6759245"/>
            <a:ext cx="12027103" cy="16459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Rectangle 382"/>
          <p:cNvSpPr/>
          <p:nvPr/>
        </p:nvSpPr>
        <p:spPr>
          <a:xfrm>
            <a:off x="109728" y="109728"/>
            <a:ext cx="11972239" cy="109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Rectangle 383"/>
          <p:cNvSpPr/>
          <p:nvPr/>
        </p:nvSpPr>
        <p:spPr>
          <a:xfrm>
            <a:off x="109728" y="6737300"/>
            <a:ext cx="11972239" cy="109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Rectangle 384"/>
          <p:cNvSpPr/>
          <p:nvPr/>
        </p:nvSpPr>
        <p:spPr>
          <a:xfrm>
            <a:off x="109728" y="109728"/>
            <a:ext cx="10972" cy="663854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Rectangle 385"/>
          <p:cNvSpPr/>
          <p:nvPr/>
        </p:nvSpPr>
        <p:spPr>
          <a:xfrm>
            <a:off x="12070995" y="109728"/>
            <a:ext cx="10972" cy="663854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Rounded Rectangle 386"/>
          <p:cNvSpPr/>
          <p:nvPr/>
        </p:nvSpPr>
        <p:spPr>
          <a:xfrm>
            <a:off x="4937760" y="457200"/>
            <a:ext cx="2286000" cy="365760"/>
          </a:xfrm>
          <a:prstGeom prst="roundRect">
            <a:avLst/>
          </a:prstGeom>
          <a:solidFill>
            <a:srgbClr val="1A0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Rectangle 387"/>
          <p:cNvSpPr/>
          <p:nvPr/>
        </p:nvSpPr>
        <p:spPr>
          <a:xfrm>
            <a:off x="4937760" y="457200"/>
            <a:ext cx="54864" cy="36576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TextBox 388"/>
          <p:cNvSpPr txBox="1"/>
          <p:nvPr/>
        </p:nvSpPr>
        <p:spPr>
          <a:xfrm>
            <a:off x="5029200" y="493776"/>
            <a:ext cx="2103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1">
                <a:solidFill>
                  <a:srgbClr val="00E5FF"/>
                </a:solidFill>
                <a:latin typeface="Microsoft YaHei"/>
              </a:rPr>
              <a:t>◆ PRODUCT SPEC RELEASE</a:t>
            </a:r>
          </a:p>
        </p:txBody>
      </p:sp>
      <p:sp>
        <p:nvSpPr>
          <p:cNvPr id="390" name="Rectangle 389"/>
          <p:cNvSpPr/>
          <p:nvPr/>
        </p:nvSpPr>
        <p:spPr>
          <a:xfrm>
            <a:off x="0" y="2743200"/>
            <a:ext cx="4114800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" name="Rectangle 390"/>
          <p:cNvSpPr/>
          <p:nvPr/>
        </p:nvSpPr>
        <p:spPr>
          <a:xfrm>
            <a:off x="4114800" y="2743200"/>
            <a:ext cx="3931920" cy="36576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Rectangle 391"/>
          <p:cNvSpPr/>
          <p:nvPr/>
        </p:nvSpPr>
        <p:spPr>
          <a:xfrm>
            <a:off x="8046720" y="2743200"/>
            <a:ext cx="4114800" cy="36576"/>
          </a:xfrm>
          <a:prstGeom prst="rect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TextBox 392"/>
          <p:cNvSpPr txBox="1"/>
          <p:nvPr/>
        </p:nvSpPr>
        <p:spPr>
          <a:xfrm>
            <a:off x="914400" y="1097280"/>
            <a:ext cx="103327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6400" b="1">
                <a:solidFill>
                  <a:srgbClr val="FFFFFF"/>
                </a:solidFill>
                <a:latin typeface="Microsoft YaHei"/>
              </a:rPr>
              <a:t>FlowForge AI</a:t>
            </a:r>
          </a:p>
        </p:txBody>
      </p:sp>
      <p:sp>
        <p:nvSpPr>
          <p:cNvPr id="394" name="TextBox 393"/>
          <p:cNvSpPr txBox="1"/>
          <p:nvPr/>
        </p:nvSpPr>
        <p:spPr>
          <a:xfrm>
            <a:off x="914400" y="2194560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2400" b="0">
                <a:solidFill>
                  <a:srgbClr val="00E5FF"/>
                </a:solidFill>
                <a:latin typeface="Microsoft YaHei"/>
              </a:rPr>
              <a:t>多智能体工作流编排 × 链上存证，发布会级震撼开场</a:t>
            </a:r>
          </a:p>
        </p:txBody>
      </p:sp>
      <p:sp>
        <p:nvSpPr>
          <p:cNvPr id="395" name="TextBox 394"/>
          <p:cNvSpPr txBox="1"/>
          <p:nvPr/>
        </p:nvSpPr>
        <p:spPr>
          <a:xfrm>
            <a:off x="914400" y="3017520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0">
                <a:solidFill>
                  <a:srgbClr val="E8EEF7"/>
                </a:solidFill>
                <a:latin typeface="Microsoft YaHei"/>
              </a:rPr>
              <a:t>多智能体工作流编排平台 · 可编排 · 可评分 · 可存证</a:t>
            </a:r>
          </a:p>
        </p:txBody>
      </p:sp>
      <p:sp>
        <p:nvSpPr>
          <p:cNvPr id="396" name="Oval 395"/>
          <p:cNvSpPr/>
          <p:nvPr/>
        </p:nvSpPr>
        <p:spPr>
          <a:xfrm>
            <a:off x="4114800" y="731520"/>
            <a:ext cx="3931920" cy="393192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Oval 396"/>
          <p:cNvSpPr/>
          <p:nvPr/>
        </p:nvSpPr>
        <p:spPr>
          <a:xfrm>
            <a:off x="4572000" y="1188720"/>
            <a:ext cx="3017520" cy="3017520"/>
          </a:xfrm>
          <a:prstGeom prst="ellipse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Oval 397"/>
          <p:cNvSpPr/>
          <p:nvPr/>
        </p:nvSpPr>
        <p:spPr>
          <a:xfrm>
            <a:off x="5029200" y="1645920"/>
            <a:ext cx="2103120" cy="2103120"/>
          </a:xfrm>
          <a:prstGeom prst="ellipse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Rectangle 398"/>
          <p:cNvSpPr/>
          <p:nvPr/>
        </p:nvSpPr>
        <p:spPr>
          <a:xfrm>
            <a:off x="0" y="137160"/>
            <a:ext cx="5486400" cy="1371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Rectangle 399"/>
          <p:cNvSpPr/>
          <p:nvPr/>
        </p:nvSpPr>
        <p:spPr>
          <a:xfrm>
            <a:off x="6675120" y="137160"/>
            <a:ext cx="5486400" cy="13716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" name="Rectangle 400"/>
          <p:cNvSpPr/>
          <p:nvPr/>
        </p:nvSpPr>
        <p:spPr>
          <a:xfrm>
            <a:off x="0" y="6263640"/>
            <a:ext cx="4572000" cy="13716"/>
          </a:xfrm>
          <a:prstGeom prst="rect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Rectangle 401"/>
          <p:cNvSpPr/>
          <p:nvPr/>
        </p:nvSpPr>
        <p:spPr>
          <a:xfrm>
            <a:off x="7589520" y="6263640"/>
            <a:ext cx="4572000" cy="1371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Rectangle 402"/>
          <p:cNvSpPr/>
          <p:nvPr/>
        </p:nvSpPr>
        <p:spPr>
          <a:xfrm>
            <a:off x="274320" y="1828800"/>
            <a:ext cx="27432" cy="32004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Rectangle 403"/>
          <p:cNvSpPr/>
          <p:nvPr/>
        </p:nvSpPr>
        <p:spPr>
          <a:xfrm>
            <a:off x="11887200" y="1828800"/>
            <a:ext cx="27432" cy="3200400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" name="Rounded Rectangle 404"/>
          <p:cNvSpPr/>
          <p:nvPr/>
        </p:nvSpPr>
        <p:spPr>
          <a:xfrm>
            <a:off x="1828800" y="3931920"/>
            <a:ext cx="2743200" cy="502920"/>
          </a:xfrm>
          <a:prstGeom prst="roundRect">
            <a:avLst/>
          </a:prstGeom>
          <a:solidFill>
            <a:srgbClr val="1A0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" name="Rectangle 405"/>
          <p:cNvSpPr/>
          <p:nvPr/>
        </p:nvSpPr>
        <p:spPr>
          <a:xfrm>
            <a:off x="1828800" y="3931920"/>
            <a:ext cx="54864" cy="5029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" name="TextBox 406"/>
          <p:cNvSpPr txBox="1"/>
          <p:nvPr/>
        </p:nvSpPr>
        <p:spPr>
          <a:xfrm>
            <a:off x="1965960" y="4005072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1">
                <a:solidFill>
                  <a:srgbClr val="00E5FF"/>
                </a:solidFill>
                <a:latin typeface="Microsoft YaHei"/>
              </a:rPr>
              <a:t>AI × Blockchain 主赛道</a:t>
            </a:r>
          </a:p>
        </p:txBody>
      </p:sp>
      <p:sp>
        <p:nvSpPr>
          <p:cNvPr id="408" name="Rounded Rectangle 407"/>
          <p:cNvSpPr/>
          <p:nvPr/>
        </p:nvSpPr>
        <p:spPr>
          <a:xfrm>
            <a:off x="4754880" y="3931920"/>
            <a:ext cx="2743200" cy="502920"/>
          </a:xfrm>
          <a:prstGeom prst="roundRect">
            <a:avLst/>
          </a:prstGeom>
          <a:solidFill>
            <a:srgbClr val="1A0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Rectangle 408"/>
          <p:cNvSpPr/>
          <p:nvPr/>
        </p:nvSpPr>
        <p:spPr>
          <a:xfrm>
            <a:off x="4754880" y="3931920"/>
            <a:ext cx="54864" cy="502920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" name="TextBox 409"/>
          <p:cNvSpPr txBox="1"/>
          <p:nvPr/>
        </p:nvSpPr>
        <p:spPr>
          <a:xfrm>
            <a:off x="4892040" y="4005072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1">
                <a:solidFill>
                  <a:srgbClr val="B388FF"/>
                </a:solidFill>
                <a:latin typeface="Microsoft YaHei"/>
              </a:rPr>
              <a:t>GCC 公共物品分赛道</a:t>
            </a:r>
          </a:p>
        </p:txBody>
      </p:sp>
      <p:sp>
        <p:nvSpPr>
          <p:cNvPr id="411" name="Rounded Rectangle 410"/>
          <p:cNvSpPr/>
          <p:nvPr/>
        </p:nvSpPr>
        <p:spPr>
          <a:xfrm>
            <a:off x="7680960" y="3931920"/>
            <a:ext cx="2743200" cy="502920"/>
          </a:xfrm>
          <a:prstGeom prst="roundRect">
            <a:avLst/>
          </a:prstGeom>
          <a:solidFill>
            <a:srgbClr val="1A0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Rectangle 411"/>
          <p:cNvSpPr/>
          <p:nvPr/>
        </p:nvSpPr>
        <p:spPr>
          <a:xfrm>
            <a:off x="7680960" y="3931920"/>
            <a:ext cx="54864" cy="502920"/>
          </a:xfrm>
          <a:prstGeom prst="rect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TextBox 412"/>
          <p:cNvSpPr txBox="1"/>
          <p:nvPr/>
        </p:nvSpPr>
        <p:spPr>
          <a:xfrm>
            <a:off x="7818120" y="4005072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1">
                <a:solidFill>
                  <a:srgbClr val="FF4DC4"/>
                </a:solidFill>
                <a:latin typeface="Microsoft YaHei"/>
              </a:rPr>
              <a:t>v2.67 双赛道适配</a:t>
            </a:r>
          </a:p>
        </p:txBody>
      </p:sp>
      <p:sp>
        <p:nvSpPr>
          <p:cNvPr id="414" name="TextBox 413"/>
          <p:cNvSpPr txBox="1"/>
          <p:nvPr/>
        </p:nvSpPr>
        <p:spPr>
          <a:xfrm>
            <a:off x="914400" y="5029200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0">
                <a:solidFill>
                  <a:srgbClr val="9AA5B5"/>
                </a:solidFill>
                <a:latin typeface="Microsoft YaHei"/>
              </a:rPr>
              <a:t>Shadu Team 出品 · 2026 客户松 S1 &amp; ETH Wuhan 参赛作品</a:t>
            </a:r>
          </a:p>
        </p:txBody>
      </p:sp>
      <p:sp>
        <p:nvSpPr>
          <p:cNvPr id="415" name="TextBox 414"/>
          <p:cNvSpPr txBox="1"/>
          <p:nvPr/>
        </p:nvSpPr>
        <p:spPr>
          <a:xfrm>
            <a:off x="914400" y="557784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0">
                <a:solidFill>
                  <a:srgbClr val="9AA5B5"/>
                </a:solidFill>
                <a:latin typeface="Microsoft YaHei"/>
              </a:rPr>
              <a:t>Vue3 + FastAPI + ArkTS + Python + Solidity 全栈实现</a:t>
            </a:r>
          </a:p>
        </p:txBody>
      </p:sp>
      <p:sp>
        <p:nvSpPr>
          <p:cNvPr id="416" name="Oval 415"/>
          <p:cNvSpPr/>
          <p:nvPr/>
        </p:nvSpPr>
        <p:spPr>
          <a:xfrm>
            <a:off x="274320" y="274320"/>
            <a:ext cx="914400" cy="914400"/>
          </a:xfrm>
          <a:prstGeom prst="ellipse">
            <a:avLst/>
          </a:prstGeom>
          <a:solidFill>
            <a:srgbClr val="F5B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" name="Oval 416"/>
          <p:cNvSpPr/>
          <p:nvPr/>
        </p:nvSpPr>
        <p:spPr>
          <a:xfrm>
            <a:off x="502920" y="502920"/>
            <a:ext cx="457200" cy="457200"/>
          </a:xfrm>
          <a:prstGeom prst="ellipse">
            <a:avLst/>
          </a:prstGeom>
          <a:solidFill>
            <a:srgbClr val="12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Oval 417"/>
          <p:cNvSpPr/>
          <p:nvPr/>
        </p:nvSpPr>
        <p:spPr>
          <a:xfrm>
            <a:off x="10972800" y="5486400"/>
            <a:ext cx="914400" cy="914400"/>
          </a:xfrm>
          <a:prstGeom prst="ellips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Oval 418"/>
          <p:cNvSpPr/>
          <p:nvPr/>
        </p:nvSpPr>
        <p:spPr>
          <a:xfrm>
            <a:off x="11201400" y="5715000"/>
            <a:ext cx="457200" cy="457200"/>
          </a:xfrm>
          <a:prstGeom prst="ellipse">
            <a:avLst/>
          </a:prstGeom>
          <a:solidFill>
            <a:srgbClr val="12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" name="Rectangle 419"/>
          <p:cNvSpPr/>
          <p:nvPr/>
        </p:nvSpPr>
        <p:spPr>
          <a:xfrm>
            <a:off x="0" y="6565392"/>
            <a:ext cx="12191695" cy="45720"/>
          </a:xfrm>
          <a:prstGeom prst="rect">
            <a:avLst/>
          </a:prstGeom>
          <a:solidFill>
            <a:srgbClr val="1A0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" name="Rectangle 420"/>
          <p:cNvSpPr/>
          <p:nvPr/>
        </p:nvSpPr>
        <p:spPr>
          <a:xfrm>
            <a:off x="0" y="6565392"/>
            <a:ext cx="812779" cy="457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" name="Rectangle 421"/>
          <p:cNvSpPr/>
          <p:nvPr/>
        </p:nvSpPr>
        <p:spPr>
          <a:xfrm>
            <a:off x="0" y="6551676"/>
            <a:ext cx="812779" cy="109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" name="Oval 422"/>
          <p:cNvSpPr/>
          <p:nvPr/>
        </p:nvSpPr>
        <p:spPr>
          <a:xfrm>
            <a:off x="457200" y="6693408"/>
            <a:ext cx="73152" cy="73152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" name="Oval 423"/>
          <p:cNvSpPr/>
          <p:nvPr/>
        </p:nvSpPr>
        <p:spPr>
          <a:xfrm>
            <a:off x="566928" y="6711696"/>
            <a:ext cx="45720" cy="45720"/>
          </a:xfrm>
          <a:prstGeom prst="ellipse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" name="TextBox 424"/>
          <p:cNvSpPr txBox="1"/>
          <p:nvPr/>
        </p:nvSpPr>
        <p:spPr>
          <a:xfrm>
            <a:off x="685800" y="662940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9AA5B5"/>
                </a:solidFill>
                <a:latin typeface="Microsoft YaHei"/>
              </a:rPr>
              <a:t>FlowForge AI  ·  Shadu Team  ·  v2.67</a:t>
            </a:r>
          </a:p>
        </p:txBody>
      </p:sp>
      <p:sp>
        <p:nvSpPr>
          <p:cNvPr id="426" name="TextBox 425"/>
          <p:cNvSpPr txBox="1"/>
          <p:nvPr/>
        </p:nvSpPr>
        <p:spPr>
          <a:xfrm>
            <a:off x="10058400" y="662940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>
                <a:solidFill>
                  <a:srgbClr val="00E5FF"/>
                </a:solidFill>
                <a:latin typeface="Microsoft YaHei"/>
              </a:rPr>
              <a:t>[ 01 / 15 ]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1628"/>
            </a:gs>
            <a:gs pos="100000">
              <a:srgbClr val="1A0B2E"/>
            </a:gs>
          </a:gsLst>
          <a:lin scaled="0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789920" y="0"/>
            <a:ext cx="1401775" cy="2011680"/>
          </a:xfrm>
          <a:prstGeom prst="ellipse">
            <a:avLst/>
          </a:prstGeom>
          <a:solidFill>
            <a:srgbClr val="F5B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155680" y="0"/>
            <a:ext cx="1036015" cy="1097280"/>
          </a:xfrm>
          <a:prstGeom prst="ellips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0" y="5486400"/>
            <a:ext cx="1645920" cy="1371600"/>
          </a:xfrm>
          <a:prstGeom prst="ellips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704320" y="5029200"/>
            <a:ext cx="487375" cy="914400"/>
          </a:xfrm>
          <a:prstGeom prst="ellipse">
            <a:avLst/>
          </a:prstGeom>
          <a:solidFill>
            <a:srgbClr val="F5B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A0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5486400"/>
            <a:ext cx="12191695" cy="13716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0" y="2286000"/>
            <a:ext cx="3200400" cy="3200400"/>
          </a:xfrm>
          <a:prstGeom prst="ellipse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515600" y="1828800"/>
            <a:ext cx="1676095" cy="3200400"/>
          </a:xfrm>
          <a:prstGeom prst="ellipse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0" y="0"/>
            <a:ext cx="4572000" cy="4572000"/>
          </a:xfrm>
          <a:prstGeom prst="ellipse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0" y="2743200"/>
            <a:ext cx="3047695" cy="4114800"/>
          </a:xfrm>
          <a:prstGeom prst="ellipse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57600" y="0"/>
            <a:ext cx="3657600" cy="3657600"/>
          </a:xfrm>
          <a:prstGeom prst="ellipse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64592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6888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9184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1480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93776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76072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0664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5256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87552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69848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52144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2344400" y="0"/>
            <a:ext cx="182880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74320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2295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371600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920240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468880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017520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566160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114800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663440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21207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76071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30935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85799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40663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95527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50391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05255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60119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14983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69847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124711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179575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274320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82295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371600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920240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2468880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3017520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3566160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4114800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4663440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521207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576071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630935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685799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740663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795527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50391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905255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960119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1014983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1069847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1124711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179575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274320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82295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1371600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1920240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2468880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3017520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3566160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4114800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4663440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521207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576071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630935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685799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740663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795527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850391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905255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960119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1014983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1069847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1124711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1179575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274320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82295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1371600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1920240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2468880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3017520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3566160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4114800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4663440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521207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576071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630935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685799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740663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795527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850391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905255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960119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1014983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1069847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1124711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1179575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274320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82295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1371600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1920240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2468880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3017520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3566160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4114800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4663440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521207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576071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630935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685799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740663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795527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850391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905255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960119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1014983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1069847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1124711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1179575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274320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82295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1371600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1920240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2468880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3017520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3566160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4114800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4663440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521207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576071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630935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685799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740663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795527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850391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905255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960119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1014983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1069847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1124711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1179575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274320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82295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1371600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1920240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2468880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3017520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3566160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4114800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4663440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521207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576071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630935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685799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740663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795527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850391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905255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960119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1014983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1069847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1124711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1179575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274320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82295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1371600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1920240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2468880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3017520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3566160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4114800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4663440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521207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576071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630935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xfrm>
            <a:off x="685799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xfrm>
            <a:off x="740663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Oval 198"/>
          <p:cNvSpPr/>
          <p:nvPr/>
        </p:nvSpPr>
        <p:spPr>
          <a:xfrm>
            <a:off x="795527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>
            <a:off x="850391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905255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960119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1014983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1069847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Oval 204"/>
          <p:cNvSpPr/>
          <p:nvPr/>
        </p:nvSpPr>
        <p:spPr>
          <a:xfrm>
            <a:off x="1124711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Oval 205"/>
          <p:cNvSpPr/>
          <p:nvPr/>
        </p:nvSpPr>
        <p:spPr>
          <a:xfrm>
            <a:off x="1179575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>
            <a:off x="274320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Oval 207"/>
          <p:cNvSpPr/>
          <p:nvPr/>
        </p:nvSpPr>
        <p:spPr>
          <a:xfrm>
            <a:off x="82295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Oval 208"/>
          <p:cNvSpPr/>
          <p:nvPr/>
        </p:nvSpPr>
        <p:spPr>
          <a:xfrm>
            <a:off x="1371600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Oval 209"/>
          <p:cNvSpPr/>
          <p:nvPr/>
        </p:nvSpPr>
        <p:spPr>
          <a:xfrm>
            <a:off x="1920240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Oval 210"/>
          <p:cNvSpPr/>
          <p:nvPr/>
        </p:nvSpPr>
        <p:spPr>
          <a:xfrm>
            <a:off x="2468880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Oval 211"/>
          <p:cNvSpPr/>
          <p:nvPr/>
        </p:nvSpPr>
        <p:spPr>
          <a:xfrm>
            <a:off x="3017520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Oval 212"/>
          <p:cNvSpPr/>
          <p:nvPr/>
        </p:nvSpPr>
        <p:spPr>
          <a:xfrm>
            <a:off x="3566160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4114800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4663440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521207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576071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630935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685799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740663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795527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850391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905255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960119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1014983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1069847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1124711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1179575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274320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82295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1371600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1920240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2468880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3017520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3566160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4114800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4663440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521207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576071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630935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685799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740663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Oval 242"/>
          <p:cNvSpPr/>
          <p:nvPr/>
        </p:nvSpPr>
        <p:spPr>
          <a:xfrm>
            <a:off x="795527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Oval 243"/>
          <p:cNvSpPr/>
          <p:nvPr/>
        </p:nvSpPr>
        <p:spPr>
          <a:xfrm>
            <a:off x="850391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Oval 244"/>
          <p:cNvSpPr/>
          <p:nvPr/>
        </p:nvSpPr>
        <p:spPr>
          <a:xfrm>
            <a:off x="905255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Oval 245"/>
          <p:cNvSpPr/>
          <p:nvPr/>
        </p:nvSpPr>
        <p:spPr>
          <a:xfrm>
            <a:off x="960119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Oval 246"/>
          <p:cNvSpPr/>
          <p:nvPr/>
        </p:nvSpPr>
        <p:spPr>
          <a:xfrm>
            <a:off x="1014983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Oval 247"/>
          <p:cNvSpPr/>
          <p:nvPr/>
        </p:nvSpPr>
        <p:spPr>
          <a:xfrm>
            <a:off x="1069847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Oval 248"/>
          <p:cNvSpPr/>
          <p:nvPr/>
        </p:nvSpPr>
        <p:spPr>
          <a:xfrm>
            <a:off x="1124711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Oval 249"/>
          <p:cNvSpPr/>
          <p:nvPr/>
        </p:nvSpPr>
        <p:spPr>
          <a:xfrm>
            <a:off x="1179575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Oval 250"/>
          <p:cNvSpPr/>
          <p:nvPr/>
        </p:nvSpPr>
        <p:spPr>
          <a:xfrm>
            <a:off x="274320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Oval 251"/>
          <p:cNvSpPr/>
          <p:nvPr/>
        </p:nvSpPr>
        <p:spPr>
          <a:xfrm>
            <a:off x="82295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Oval 252"/>
          <p:cNvSpPr/>
          <p:nvPr/>
        </p:nvSpPr>
        <p:spPr>
          <a:xfrm>
            <a:off x="1371600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Oval 253"/>
          <p:cNvSpPr/>
          <p:nvPr/>
        </p:nvSpPr>
        <p:spPr>
          <a:xfrm>
            <a:off x="1920240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Oval 254"/>
          <p:cNvSpPr/>
          <p:nvPr/>
        </p:nvSpPr>
        <p:spPr>
          <a:xfrm>
            <a:off x="2468880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Oval 255"/>
          <p:cNvSpPr/>
          <p:nvPr/>
        </p:nvSpPr>
        <p:spPr>
          <a:xfrm>
            <a:off x="3017520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Oval 256"/>
          <p:cNvSpPr/>
          <p:nvPr/>
        </p:nvSpPr>
        <p:spPr>
          <a:xfrm>
            <a:off x="3566160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Oval 257"/>
          <p:cNvSpPr/>
          <p:nvPr/>
        </p:nvSpPr>
        <p:spPr>
          <a:xfrm>
            <a:off x="4114800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Oval 258"/>
          <p:cNvSpPr/>
          <p:nvPr/>
        </p:nvSpPr>
        <p:spPr>
          <a:xfrm>
            <a:off x="4663440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Oval 259"/>
          <p:cNvSpPr/>
          <p:nvPr/>
        </p:nvSpPr>
        <p:spPr>
          <a:xfrm>
            <a:off x="521207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Oval 260"/>
          <p:cNvSpPr/>
          <p:nvPr/>
        </p:nvSpPr>
        <p:spPr>
          <a:xfrm>
            <a:off x="576071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Oval 261"/>
          <p:cNvSpPr/>
          <p:nvPr/>
        </p:nvSpPr>
        <p:spPr>
          <a:xfrm>
            <a:off x="630935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Oval 262"/>
          <p:cNvSpPr/>
          <p:nvPr/>
        </p:nvSpPr>
        <p:spPr>
          <a:xfrm>
            <a:off x="685799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Oval 263"/>
          <p:cNvSpPr/>
          <p:nvPr/>
        </p:nvSpPr>
        <p:spPr>
          <a:xfrm>
            <a:off x="740663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Oval 264"/>
          <p:cNvSpPr/>
          <p:nvPr/>
        </p:nvSpPr>
        <p:spPr>
          <a:xfrm>
            <a:off x="795527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Oval 265"/>
          <p:cNvSpPr/>
          <p:nvPr/>
        </p:nvSpPr>
        <p:spPr>
          <a:xfrm>
            <a:off x="850391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Oval 266"/>
          <p:cNvSpPr/>
          <p:nvPr/>
        </p:nvSpPr>
        <p:spPr>
          <a:xfrm>
            <a:off x="905255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Oval 267"/>
          <p:cNvSpPr/>
          <p:nvPr/>
        </p:nvSpPr>
        <p:spPr>
          <a:xfrm>
            <a:off x="960119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Oval 268"/>
          <p:cNvSpPr/>
          <p:nvPr/>
        </p:nvSpPr>
        <p:spPr>
          <a:xfrm>
            <a:off x="1014983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Oval 269"/>
          <p:cNvSpPr/>
          <p:nvPr/>
        </p:nvSpPr>
        <p:spPr>
          <a:xfrm>
            <a:off x="1069847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Oval 270"/>
          <p:cNvSpPr/>
          <p:nvPr/>
        </p:nvSpPr>
        <p:spPr>
          <a:xfrm>
            <a:off x="1124711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Oval 271"/>
          <p:cNvSpPr/>
          <p:nvPr/>
        </p:nvSpPr>
        <p:spPr>
          <a:xfrm>
            <a:off x="1179575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Oval 272"/>
          <p:cNvSpPr/>
          <p:nvPr/>
        </p:nvSpPr>
        <p:spPr>
          <a:xfrm>
            <a:off x="274320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Oval 273"/>
          <p:cNvSpPr/>
          <p:nvPr/>
        </p:nvSpPr>
        <p:spPr>
          <a:xfrm>
            <a:off x="82295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Oval 274"/>
          <p:cNvSpPr/>
          <p:nvPr/>
        </p:nvSpPr>
        <p:spPr>
          <a:xfrm>
            <a:off x="1371600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Oval 275"/>
          <p:cNvSpPr/>
          <p:nvPr/>
        </p:nvSpPr>
        <p:spPr>
          <a:xfrm>
            <a:off x="1920240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Oval 276"/>
          <p:cNvSpPr/>
          <p:nvPr/>
        </p:nvSpPr>
        <p:spPr>
          <a:xfrm>
            <a:off x="2468880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Oval 277"/>
          <p:cNvSpPr/>
          <p:nvPr/>
        </p:nvSpPr>
        <p:spPr>
          <a:xfrm>
            <a:off x="3017520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Oval 278"/>
          <p:cNvSpPr/>
          <p:nvPr/>
        </p:nvSpPr>
        <p:spPr>
          <a:xfrm>
            <a:off x="3566160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Oval 279"/>
          <p:cNvSpPr/>
          <p:nvPr/>
        </p:nvSpPr>
        <p:spPr>
          <a:xfrm>
            <a:off x="4114800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Oval 280"/>
          <p:cNvSpPr/>
          <p:nvPr/>
        </p:nvSpPr>
        <p:spPr>
          <a:xfrm>
            <a:off x="4663440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Oval 281"/>
          <p:cNvSpPr/>
          <p:nvPr/>
        </p:nvSpPr>
        <p:spPr>
          <a:xfrm>
            <a:off x="521207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Oval 282"/>
          <p:cNvSpPr/>
          <p:nvPr/>
        </p:nvSpPr>
        <p:spPr>
          <a:xfrm>
            <a:off x="576071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Oval 283"/>
          <p:cNvSpPr/>
          <p:nvPr/>
        </p:nvSpPr>
        <p:spPr>
          <a:xfrm>
            <a:off x="630935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Oval 284"/>
          <p:cNvSpPr/>
          <p:nvPr/>
        </p:nvSpPr>
        <p:spPr>
          <a:xfrm>
            <a:off x="685799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Oval 285"/>
          <p:cNvSpPr/>
          <p:nvPr/>
        </p:nvSpPr>
        <p:spPr>
          <a:xfrm>
            <a:off x="740663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Oval 286"/>
          <p:cNvSpPr/>
          <p:nvPr/>
        </p:nvSpPr>
        <p:spPr>
          <a:xfrm>
            <a:off x="795527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Oval 287"/>
          <p:cNvSpPr/>
          <p:nvPr/>
        </p:nvSpPr>
        <p:spPr>
          <a:xfrm>
            <a:off x="850391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Oval 288"/>
          <p:cNvSpPr/>
          <p:nvPr/>
        </p:nvSpPr>
        <p:spPr>
          <a:xfrm>
            <a:off x="905255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Oval 289"/>
          <p:cNvSpPr/>
          <p:nvPr/>
        </p:nvSpPr>
        <p:spPr>
          <a:xfrm>
            <a:off x="960119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Oval 290"/>
          <p:cNvSpPr/>
          <p:nvPr/>
        </p:nvSpPr>
        <p:spPr>
          <a:xfrm>
            <a:off x="1014983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Oval 291"/>
          <p:cNvSpPr/>
          <p:nvPr/>
        </p:nvSpPr>
        <p:spPr>
          <a:xfrm>
            <a:off x="1069847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Oval 292"/>
          <p:cNvSpPr/>
          <p:nvPr/>
        </p:nvSpPr>
        <p:spPr>
          <a:xfrm>
            <a:off x="1124711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Oval 293"/>
          <p:cNvSpPr/>
          <p:nvPr/>
        </p:nvSpPr>
        <p:spPr>
          <a:xfrm>
            <a:off x="1179575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Rectangle 294"/>
          <p:cNvSpPr/>
          <p:nvPr/>
        </p:nvSpPr>
        <p:spPr>
          <a:xfrm>
            <a:off x="91479" y="4257697"/>
            <a:ext cx="2583260" cy="109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Rectangle 295"/>
          <p:cNvSpPr/>
          <p:nvPr/>
        </p:nvSpPr>
        <p:spPr>
          <a:xfrm>
            <a:off x="2693717" y="1783875"/>
            <a:ext cx="3685122" cy="109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Rectangle 296"/>
          <p:cNvSpPr/>
          <p:nvPr/>
        </p:nvSpPr>
        <p:spPr>
          <a:xfrm>
            <a:off x="317987" y="5759958"/>
            <a:ext cx="2986215" cy="109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Rectangle 297"/>
          <p:cNvSpPr/>
          <p:nvPr/>
        </p:nvSpPr>
        <p:spPr>
          <a:xfrm>
            <a:off x="799690" y="634302"/>
            <a:ext cx="3215090" cy="109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Rectangle 298"/>
          <p:cNvSpPr/>
          <p:nvPr/>
        </p:nvSpPr>
        <p:spPr>
          <a:xfrm>
            <a:off x="727268" y="614919"/>
            <a:ext cx="3611562" cy="109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ectangle 299"/>
          <p:cNvSpPr/>
          <p:nvPr/>
        </p:nvSpPr>
        <p:spPr>
          <a:xfrm>
            <a:off x="806283" y="3696114"/>
            <a:ext cx="3445273" cy="109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Rectangle 300"/>
          <p:cNvSpPr/>
          <p:nvPr/>
        </p:nvSpPr>
        <p:spPr>
          <a:xfrm>
            <a:off x="9560961" y="23769"/>
            <a:ext cx="10972" cy="3302482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Rectangle 301"/>
          <p:cNvSpPr/>
          <p:nvPr/>
        </p:nvSpPr>
        <p:spPr>
          <a:xfrm>
            <a:off x="8309257" y="1244500"/>
            <a:ext cx="10972" cy="2113140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ectangle 302"/>
          <p:cNvSpPr/>
          <p:nvPr/>
        </p:nvSpPr>
        <p:spPr>
          <a:xfrm>
            <a:off x="11223090" y="1231128"/>
            <a:ext cx="10972" cy="1998413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Rectangle 303"/>
          <p:cNvSpPr/>
          <p:nvPr/>
        </p:nvSpPr>
        <p:spPr>
          <a:xfrm>
            <a:off x="1544980" y="3099795"/>
            <a:ext cx="10972" cy="2932894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Rectangle 304"/>
          <p:cNvSpPr/>
          <p:nvPr/>
        </p:nvSpPr>
        <p:spPr>
          <a:xfrm>
            <a:off x="9535068" y="2669066"/>
            <a:ext cx="10972" cy="2809453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Oval 305"/>
          <p:cNvSpPr/>
          <p:nvPr/>
        </p:nvSpPr>
        <p:spPr>
          <a:xfrm>
            <a:off x="11135004" y="2637830"/>
            <a:ext cx="54864" cy="5486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Oval 306"/>
          <p:cNvSpPr/>
          <p:nvPr/>
        </p:nvSpPr>
        <p:spPr>
          <a:xfrm>
            <a:off x="11116716" y="2619542"/>
            <a:ext cx="91440" cy="914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Oval 307"/>
          <p:cNvSpPr/>
          <p:nvPr/>
        </p:nvSpPr>
        <p:spPr>
          <a:xfrm>
            <a:off x="6514631" y="5235168"/>
            <a:ext cx="54864" cy="5486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Oval 308"/>
          <p:cNvSpPr/>
          <p:nvPr/>
        </p:nvSpPr>
        <p:spPr>
          <a:xfrm>
            <a:off x="6496343" y="5216880"/>
            <a:ext cx="91440" cy="914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Oval 309"/>
          <p:cNvSpPr/>
          <p:nvPr/>
        </p:nvSpPr>
        <p:spPr>
          <a:xfrm>
            <a:off x="7244093" y="5421252"/>
            <a:ext cx="54864" cy="5486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Oval 310"/>
          <p:cNvSpPr/>
          <p:nvPr/>
        </p:nvSpPr>
        <p:spPr>
          <a:xfrm>
            <a:off x="7225805" y="5402964"/>
            <a:ext cx="91440" cy="914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Oval 311"/>
          <p:cNvSpPr/>
          <p:nvPr/>
        </p:nvSpPr>
        <p:spPr>
          <a:xfrm>
            <a:off x="6792369" y="4516041"/>
            <a:ext cx="54864" cy="5486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Oval 312"/>
          <p:cNvSpPr/>
          <p:nvPr/>
        </p:nvSpPr>
        <p:spPr>
          <a:xfrm>
            <a:off x="6774081" y="4497753"/>
            <a:ext cx="91440" cy="914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Oval 313"/>
          <p:cNvSpPr/>
          <p:nvPr/>
        </p:nvSpPr>
        <p:spPr>
          <a:xfrm>
            <a:off x="960021" y="1770058"/>
            <a:ext cx="54864" cy="5486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Oval 314"/>
          <p:cNvSpPr/>
          <p:nvPr/>
        </p:nvSpPr>
        <p:spPr>
          <a:xfrm>
            <a:off x="941733" y="1751770"/>
            <a:ext cx="91440" cy="914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Oval 315"/>
          <p:cNvSpPr/>
          <p:nvPr/>
        </p:nvSpPr>
        <p:spPr>
          <a:xfrm>
            <a:off x="3632596" y="916859"/>
            <a:ext cx="54864" cy="5486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Oval 316"/>
          <p:cNvSpPr/>
          <p:nvPr/>
        </p:nvSpPr>
        <p:spPr>
          <a:xfrm>
            <a:off x="3614308" y="898571"/>
            <a:ext cx="91440" cy="914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Oval 317"/>
          <p:cNvSpPr/>
          <p:nvPr/>
        </p:nvSpPr>
        <p:spPr>
          <a:xfrm>
            <a:off x="3011567" y="1039040"/>
            <a:ext cx="54864" cy="5486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Oval 318"/>
          <p:cNvSpPr/>
          <p:nvPr/>
        </p:nvSpPr>
        <p:spPr>
          <a:xfrm>
            <a:off x="2993279" y="1020752"/>
            <a:ext cx="91440" cy="914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Oval 319"/>
          <p:cNvSpPr/>
          <p:nvPr/>
        </p:nvSpPr>
        <p:spPr>
          <a:xfrm>
            <a:off x="3507348" y="4119200"/>
            <a:ext cx="54864" cy="5486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Oval 320"/>
          <p:cNvSpPr/>
          <p:nvPr/>
        </p:nvSpPr>
        <p:spPr>
          <a:xfrm>
            <a:off x="3489060" y="4100912"/>
            <a:ext cx="91440" cy="914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Oval 321"/>
          <p:cNvSpPr/>
          <p:nvPr/>
        </p:nvSpPr>
        <p:spPr>
          <a:xfrm>
            <a:off x="4460430" y="2589708"/>
            <a:ext cx="54864" cy="5486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Oval 322"/>
          <p:cNvSpPr/>
          <p:nvPr/>
        </p:nvSpPr>
        <p:spPr>
          <a:xfrm>
            <a:off x="4442142" y="2571420"/>
            <a:ext cx="91440" cy="914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Oval 323"/>
          <p:cNvSpPr/>
          <p:nvPr/>
        </p:nvSpPr>
        <p:spPr>
          <a:xfrm>
            <a:off x="2756078" y="1995184"/>
            <a:ext cx="54864" cy="5486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Oval 324"/>
          <p:cNvSpPr/>
          <p:nvPr/>
        </p:nvSpPr>
        <p:spPr>
          <a:xfrm>
            <a:off x="2737790" y="1976896"/>
            <a:ext cx="91440" cy="914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Rectangle 325"/>
          <p:cNvSpPr/>
          <p:nvPr/>
        </p:nvSpPr>
        <p:spPr>
          <a:xfrm>
            <a:off x="0" y="182880"/>
            <a:ext cx="4114800" cy="1828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Rectangle 326"/>
          <p:cNvSpPr/>
          <p:nvPr/>
        </p:nvSpPr>
        <p:spPr>
          <a:xfrm>
            <a:off x="0" y="320040"/>
            <a:ext cx="2743200" cy="13716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Rectangle 327"/>
          <p:cNvSpPr/>
          <p:nvPr/>
        </p:nvSpPr>
        <p:spPr>
          <a:xfrm>
            <a:off x="8046720" y="6446520"/>
            <a:ext cx="4114800" cy="18288"/>
          </a:xfrm>
          <a:prstGeom prst="rect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Rectangle 328"/>
          <p:cNvSpPr/>
          <p:nvPr/>
        </p:nvSpPr>
        <p:spPr>
          <a:xfrm>
            <a:off x="9418320" y="6309360"/>
            <a:ext cx="2743200" cy="1371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Rectangle 329"/>
          <p:cNvSpPr/>
          <p:nvPr/>
        </p:nvSpPr>
        <p:spPr>
          <a:xfrm>
            <a:off x="5029200" y="0"/>
            <a:ext cx="9144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Rectangle 330"/>
          <p:cNvSpPr/>
          <p:nvPr/>
        </p:nvSpPr>
        <p:spPr>
          <a:xfrm>
            <a:off x="5166360" y="0"/>
            <a:ext cx="9144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Rectangle 331"/>
          <p:cNvSpPr/>
          <p:nvPr/>
        </p:nvSpPr>
        <p:spPr>
          <a:xfrm>
            <a:off x="5303520" y="0"/>
            <a:ext cx="9144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Rectangle 332"/>
          <p:cNvSpPr/>
          <p:nvPr/>
        </p:nvSpPr>
        <p:spPr>
          <a:xfrm>
            <a:off x="0" y="137160"/>
            <a:ext cx="12191695" cy="548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Rectangle 333"/>
          <p:cNvSpPr/>
          <p:nvPr/>
        </p:nvSpPr>
        <p:spPr>
          <a:xfrm>
            <a:off x="0" y="978408"/>
            <a:ext cx="12191695" cy="548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Rectangle 334"/>
          <p:cNvSpPr/>
          <p:nvPr/>
        </p:nvSpPr>
        <p:spPr>
          <a:xfrm>
            <a:off x="0" y="1819656"/>
            <a:ext cx="12191695" cy="548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Rectangle 335"/>
          <p:cNvSpPr/>
          <p:nvPr/>
        </p:nvSpPr>
        <p:spPr>
          <a:xfrm>
            <a:off x="0" y="2660904"/>
            <a:ext cx="12191695" cy="548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Rectangle 336"/>
          <p:cNvSpPr/>
          <p:nvPr/>
        </p:nvSpPr>
        <p:spPr>
          <a:xfrm>
            <a:off x="0" y="3502152"/>
            <a:ext cx="12191695" cy="548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Rectangle 337"/>
          <p:cNvSpPr/>
          <p:nvPr/>
        </p:nvSpPr>
        <p:spPr>
          <a:xfrm>
            <a:off x="0" y="4343400"/>
            <a:ext cx="12191695" cy="548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Rectangle 338"/>
          <p:cNvSpPr/>
          <p:nvPr/>
        </p:nvSpPr>
        <p:spPr>
          <a:xfrm>
            <a:off x="0" y="5184648"/>
            <a:ext cx="12191695" cy="548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Rectangle 339"/>
          <p:cNvSpPr/>
          <p:nvPr/>
        </p:nvSpPr>
        <p:spPr>
          <a:xfrm>
            <a:off x="0" y="6025896"/>
            <a:ext cx="12191695" cy="548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Oval 340"/>
          <p:cNvSpPr/>
          <p:nvPr/>
        </p:nvSpPr>
        <p:spPr>
          <a:xfrm>
            <a:off x="4835217" y="1361247"/>
            <a:ext cx="94339" cy="94339"/>
          </a:xfrm>
          <a:prstGeom prst="ellipse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Oval 341"/>
          <p:cNvSpPr/>
          <p:nvPr/>
        </p:nvSpPr>
        <p:spPr>
          <a:xfrm>
            <a:off x="6347216" y="4515070"/>
            <a:ext cx="91141" cy="91141"/>
          </a:xfrm>
          <a:prstGeom prst="ellipse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Oval 342"/>
          <p:cNvSpPr/>
          <p:nvPr/>
        </p:nvSpPr>
        <p:spPr>
          <a:xfrm>
            <a:off x="1768894" y="6349443"/>
            <a:ext cx="44408" cy="44408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Oval 343"/>
          <p:cNvSpPr/>
          <p:nvPr/>
        </p:nvSpPr>
        <p:spPr>
          <a:xfrm>
            <a:off x="5353617" y="2195498"/>
            <a:ext cx="64476" cy="64476"/>
          </a:xfrm>
          <a:prstGeom prst="ellipse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Oval 344"/>
          <p:cNvSpPr/>
          <p:nvPr/>
        </p:nvSpPr>
        <p:spPr>
          <a:xfrm>
            <a:off x="1585861" y="5312615"/>
            <a:ext cx="58162" cy="58162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Oval 345"/>
          <p:cNvSpPr/>
          <p:nvPr/>
        </p:nvSpPr>
        <p:spPr>
          <a:xfrm>
            <a:off x="5370210" y="1419817"/>
            <a:ext cx="47888" cy="47888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Oval 346"/>
          <p:cNvSpPr/>
          <p:nvPr/>
        </p:nvSpPr>
        <p:spPr>
          <a:xfrm>
            <a:off x="11604956" y="4210089"/>
            <a:ext cx="97515" cy="97515"/>
          </a:xfrm>
          <a:prstGeom prst="ellipse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Oval 347"/>
          <p:cNvSpPr/>
          <p:nvPr/>
        </p:nvSpPr>
        <p:spPr>
          <a:xfrm>
            <a:off x="9726414" y="4568740"/>
            <a:ext cx="69334" cy="69334"/>
          </a:xfrm>
          <a:prstGeom prst="ellipse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Oval 348"/>
          <p:cNvSpPr/>
          <p:nvPr/>
        </p:nvSpPr>
        <p:spPr>
          <a:xfrm>
            <a:off x="974463" y="1096331"/>
            <a:ext cx="37450" cy="3745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Oval 349"/>
          <p:cNvSpPr/>
          <p:nvPr/>
        </p:nvSpPr>
        <p:spPr>
          <a:xfrm>
            <a:off x="10439447" y="4646868"/>
            <a:ext cx="77961" cy="77961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Oval 350"/>
          <p:cNvSpPr/>
          <p:nvPr/>
        </p:nvSpPr>
        <p:spPr>
          <a:xfrm>
            <a:off x="6668467" y="713150"/>
            <a:ext cx="54870" cy="54870"/>
          </a:xfrm>
          <a:prstGeom prst="ellipse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Oval 351"/>
          <p:cNvSpPr/>
          <p:nvPr/>
        </p:nvSpPr>
        <p:spPr>
          <a:xfrm>
            <a:off x="11603437" y="2455060"/>
            <a:ext cx="38153" cy="38153"/>
          </a:xfrm>
          <a:prstGeom prst="ellipse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Oval 352"/>
          <p:cNvSpPr/>
          <p:nvPr/>
        </p:nvSpPr>
        <p:spPr>
          <a:xfrm>
            <a:off x="6860823" y="3934604"/>
            <a:ext cx="75416" cy="75416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Oval 353"/>
          <p:cNvSpPr/>
          <p:nvPr/>
        </p:nvSpPr>
        <p:spPr>
          <a:xfrm>
            <a:off x="3831632" y="2853451"/>
            <a:ext cx="84921" cy="84921"/>
          </a:xfrm>
          <a:prstGeom prst="ellipse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Oval 354"/>
          <p:cNvSpPr/>
          <p:nvPr/>
        </p:nvSpPr>
        <p:spPr>
          <a:xfrm>
            <a:off x="5750328" y="4098430"/>
            <a:ext cx="98027" cy="98027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Oval 355"/>
          <p:cNvSpPr/>
          <p:nvPr/>
        </p:nvSpPr>
        <p:spPr>
          <a:xfrm>
            <a:off x="9803789" y="397143"/>
            <a:ext cx="57201" cy="57201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Oval 356"/>
          <p:cNvSpPr/>
          <p:nvPr/>
        </p:nvSpPr>
        <p:spPr>
          <a:xfrm>
            <a:off x="5447626" y="4969001"/>
            <a:ext cx="81875" cy="81875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Oval 357"/>
          <p:cNvSpPr/>
          <p:nvPr/>
        </p:nvSpPr>
        <p:spPr>
          <a:xfrm>
            <a:off x="8872455" y="1060573"/>
            <a:ext cx="59183" cy="59183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Oval 358"/>
          <p:cNvSpPr/>
          <p:nvPr/>
        </p:nvSpPr>
        <p:spPr>
          <a:xfrm>
            <a:off x="8934753" y="2895632"/>
            <a:ext cx="66810" cy="6681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Oval 359"/>
          <p:cNvSpPr/>
          <p:nvPr/>
        </p:nvSpPr>
        <p:spPr>
          <a:xfrm>
            <a:off x="718963" y="6269433"/>
            <a:ext cx="97109" cy="97109"/>
          </a:xfrm>
          <a:prstGeom prst="ellipse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Oval 360"/>
          <p:cNvSpPr/>
          <p:nvPr/>
        </p:nvSpPr>
        <p:spPr>
          <a:xfrm>
            <a:off x="8870331" y="5019754"/>
            <a:ext cx="67484" cy="67484"/>
          </a:xfrm>
          <a:prstGeom prst="ellipse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Oval 361"/>
          <p:cNvSpPr/>
          <p:nvPr/>
        </p:nvSpPr>
        <p:spPr>
          <a:xfrm>
            <a:off x="1235623" y="4509817"/>
            <a:ext cx="70418" cy="70418"/>
          </a:xfrm>
          <a:prstGeom prst="ellipse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Oval 362"/>
          <p:cNvSpPr/>
          <p:nvPr/>
        </p:nvSpPr>
        <p:spPr>
          <a:xfrm>
            <a:off x="2404733" y="4806135"/>
            <a:ext cx="39306" cy="39306"/>
          </a:xfrm>
          <a:prstGeom prst="ellipse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Oval 363"/>
          <p:cNvSpPr/>
          <p:nvPr/>
        </p:nvSpPr>
        <p:spPr>
          <a:xfrm>
            <a:off x="2518251" y="2610412"/>
            <a:ext cx="75306" cy="75306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Oval 364"/>
          <p:cNvSpPr/>
          <p:nvPr/>
        </p:nvSpPr>
        <p:spPr>
          <a:xfrm>
            <a:off x="6375392" y="2664231"/>
            <a:ext cx="80753" cy="80753"/>
          </a:xfrm>
          <a:prstGeom prst="ellipse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Oval 365"/>
          <p:cNvSpPr/>
          <p:nvPr/>
        </p:nvSpPr>
        <p:spPr>
          <a:xfrm>
            <a:off x="3069473" y="5571498"/>
            <a:ext cx="38829" cy="38829"/>
          </a:xfrm>
          <a:prstGeom prst="ellipse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Oval 366"/>
          <p:cNvSpPr/>
          <p:nvPr/>
        </p:nvSpPr>
        <p:spPr>
          <a:xfrm>
            <a:off x="11772815" y="2672299"/>
            <a:ext cx="60213" cy="60213"/>
          </a:xfrm>
          <a:prstGeom prst="ellipse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Oval 367"/>
          <p:cNvSpPr/>
          <p:nvPr/>
        </p:nvSpPr>
        <p:spPr>
          <a:xfrm>
            <a:off x="10318903" y="3573868"/>
            <a:ext cx="74940" cy="749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Rectangle 368"/>
          <p:cNvSpPr/>
          <p:nvPr/>
        </p:nvSpPr>
        <p:spPr>
          <a:xfrm>
            <a:off x="137160" y="137160"/>
            <a:ext cx="347472" cy="4114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Rectangle 369"/>
          <p:cNvSpPr/>
          <p:nvPr/>
        </p:nvSpPr>
        <p:spPr>
          <a:xfrm>
            <a:off x="137160" y="137160"/>
            <a:ext cx="41148" cy="3474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Rectangle 370"/>
          <p:cNvSpPr/>
          <p:nvPr/>
        </p:nvSpPr>
        <p:spPr>
          <a:xfrm>
            <a:off x="11707063" y="137160"/>
            <a:ext cx="347472" cy="41148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Rectangle 371"/>
          <p:cNvSpPr/>
          <p:nvPr/>
        </p:nvSpPr>
        <p:spPr>
          <a:xfrm>
            <a:off x="12013387" y="137160"/>
            <a:ext cx="41148" cy="347472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Rectangle 372"/>
          <p:cNvSpPr/>
          <p:nvPr/>
        </p:nvSpPr>
        <p:spPr>
          <a:xfrm>
            <a:off x="137160" y="6679692"/>
            <a:ext cx="347472" cy="41148"/>
          </a:xfrm>
          <a:prstGeom prst="rect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Rectangle 373"/>
          <p:cNvSpPr/>
          <p:nvPr/>
        </p:nvSpPr>
        <p:spPr>
          <a:xfrm>
            <a:off x="137160" y="6373368"/>
            <a:ext cx="41148" cy="347472"/>
          </a:xfrm>
          <a:prstGeom prst="rect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Rectangle 374"/>
          <p:cNvSpPr/>
          <p:nvPr/>
        </p:nvSpPr>
        <p:spPr>
          <a:xfrm>
            <a:off x="11707063" y="6679692"/>
            <a:ext cx="347472" cy="4114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Rectangle 375"/>
          <p:cNvSpPr/>
          <p:nvPr/>
        </p:nvSpPr>
        <p:spPr>
          <a:xfrm>
            <a:off x="12013387" y="6373368"/>
            <a:ext cx="41148" cy="3474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Rectangle 376"/>
          <p:cNvSpPr/>
          <p:nvPr/>
        </p:nvSpPr>
        <p:spPr>
          <a:xfrm>
            <a:off x="54864" y="54864"/>
            <a:ext cx="12081967" cy="2286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Rectangle 377"/>
          <p:cNvSpPr/>
          <p:nvPr/>
        </p:nvSpPr>
        <p:spPr>
          <a:xfrm>
            <a:off x="54864" y="6780276"/>
            <a:ext cx="12081967" cy="2286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Rectangle 378"/>
          <p:cNvSpPr/>
          <p:nvPr/>
        </p:nvSpPr>
        <p:spPr>
          <a:xfrm>
            <a:off x="54864" y="54864"/>
            <a:ext cx="22860" cy="6748272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Rectangle 379"/>
          <p:cNvSpPr/>
          <p:nvPr/>
        </p:nvSpPr>
        <p:spPr>
          <a:xfrm>
            <a:off x="12113971" y="54864"/>
            <a:ext cx="22860" cy="6748272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Rectangle 380"/>
          <p:cNvSpPr/>
          <p:nvPr/>
        </p:nvSpPr>
        <p:spPr>
          <a:xfrm>
            <a:off x="82296" y="82296"/>
            <a:ext cx="12027103" cy="16459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Rectangle 381"/>
          <p:cNvSpPr/>
          <p:nvPr/>
        </p:nvSpPr>
        <p:spPr>
          <a:xfrm>
            <a:off x="82296" y="6759245"/>
            <a:ext cx="12027103" cy="16459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Rectangle 382"/>
          <p:cNvSpPr/>
          <p:nvPr/>
        </p:nvSpPr>
        <p:spPr>
          <a:xfrm>
            <a:off x="109728" y="109728"/>
            <a:ext cx="11972239" cy="109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Rectangle 383"/>
          <p:cNvSpPr/>
          <p:nvPr/>
        </p:nvSpPr>
        <p:spPr>
          <a:xfrm>
            <a:off x="109728" y="6737300"/>
            <a:ext cx="11972239" cy="109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Rectangle 384"/>
          <p:cNvSpPr/>
          <p:nvPr/>
        </p:nvSpPr>
        <p:spPr>
          <a:xfrm>
            <a:off x="109728" y="109728"/>
            <a:ext cx="10972" cy="663854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Rectangle 385"/>
          <p:cNvSpPr/>
          <p:nvPr/>
        </p:nvSpPr>
        <p:spPr>
          <a:xfrm>
            <a:off x="12070995" y="109728"/>
            <a:ext cx="10972" cy="663854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Rectangle 386"/>
          <p:cNvSpPr/>
          <p:nvPr/>
        </p:nvSpPr>
        <p:spPr>
          <a:xfrm>
            <a:off x="457200" y="365760"/>
            <a:ext cx="109728" cy="82296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Rectangle 387"/>
          <p:cNvSpPr/>
          <p:nvPr/>
        </p:nvSpPr>
        <p:spPr>
          <a:xfrm>
            <a:off x="566928" y="365760"/>
            <a:ext cx="36576" cy="822960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TextBox 388"/>
          <p:cNvSpPr txBox="1"/>
          <p:nvPr/>
        </p:nvSpPr>
        <p:spPr>
          <a:xfrm>
            <a:off x="713232" y="38404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00E5FF"/>
                </a:solidFill>
                <a:latin typeface="Microsoft YaHei"/>
              </a:rPr>
              <a:t>◢</a:t>
            </a:r>
          </a:p>
        </p:txBody>
      </p:sp>
      <p:sp>
        <p:nvSpPr>
          <p:cNvPr id="390" name="TextBox 389"/>
          <p:cNvSpPr txBox="1"/>
          <p:nvPr/>
        </p:nvSpPr>
        <p:spPr>
          <a:xfrm>
            <a:off x="1143000" y="347472"/>
            <a:ext cx="100584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200" b="1">
                <a:solidFill>
                  <a:srgbClr val="FFFFFF"/>
                </a:solidFill>
                <a:latin typeface="Microsoft YaHei"/>
              </a:rPr>
              <a:t>痛点暴击：AI 流水线割裂失序</a:t>
            </a:r>
          </a:p>
        </p:txBody>
      </p:sp>
      <p:sp>
        <p:nvSpPr>
          <p:cNvPr id="391" name="TextBox 390"/>
          <p:cNvSpPr txBox="1"/>
          <p:nvPr/>
        </p:nvSpPr>
        <p:spPr>
          <a:xfrm>
            <a:off x="1143000" y="932688"/>
            <a:ext cx="100584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00E5FF"/>
                </a:solidFill>
                <a:latin typeface="Microsoft YaHei"/>
              </a:rPr>
              <a:t>从代码生成到质量验证，闭环缺失、信任归零</a:t>
            </a:r>
          </a:p>
        </p:txBody>
      </p:sp>
      <p:sp>
        <p:nvSpPr>
          <p:cNvPr id="392" name="Rectangle 391"/>
          <p:cNvSpPr/>
          <p:nvPr/>
        </p:nvSpPr>
        <p:spPr>
          <a:xfrm>
            <a:off x="1143000" y="1298448"/>
            <a:ext cx="3200400" cy="2743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Rectangle 392"/>
          <p:cNvSpPr/>
          <p:nvPr/>
        </p:nvSpPr>
        <p:spPr>
          <a:xfrm>
            <a:off x="4343400" y="1298448"/>
            <a:ext cx="2286000" cy="27432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Rectangle 393"/>
          <p:cNvSpPr/>
          <p:nvPr/>
        </p:nvSpPr>
        <p:spPr>
          <a:xfrm>
            <a:off x="6629400" y="1298448"/>
            <a:ext cx="1828800" cy="27432"/>
          </a:xfrm>
          <a:prstGeom prst="rect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Rectangle 394"/>
          <p:cNvSpPr/>
          <p:nvPr/>
        </p:nvSpPr>
        <p:spPr>
          <a:xfrm>
            <a:off x="8458200" y="1298448"/>
            <a:ext cx="1645920" cy="27432"/>
          </a:xfrm>
          <a:prstGeom prst="rect">
            <a:avLst/>
          </a:prstGeom>
          <a:solidFill>
            <a:srgbClr val="F5B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Rectangle 395"/>
          <p:cNvSpPr/>
          <p:nvPr/>
        </p:nvSpPr>
        <p:spPr>
          <a:xfrm>
            <a:off x="10104120" y="1298448"/>
            <a:ext cx="1097280" cy="2743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Rectangle 396"/>
          <p:cNvSpPr/>
          <p:nvPr/>
        </p:nvSpPr>
        <p:spPr>
          <a:xfrm>
            <a:off x="1097280" y="347472"/>
            <a:ext cx="10515600" cy="987552"/>
          </a:xfrm>
          <a:prstGeom prst="rect">
            <a:avLst/>
          </a:prstGeom>
          <a:solidFill>
            <a:srgbClr val="1A0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Oval 397"/>
          <p:cNvSpPr/>
          <p:nvPr/>
        </p:nvSpPr>
        <p:spPr>
          <a:xfrm>
            <a:off x="11247120" y="274320"/>
            <a:ext cx="640080" cy="64008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Oval 398"/>
          <p:cNvSpPr/>
          <p:nvPr/>
        </p:nvSpPr>
        <p:spPr>
          <a:xfrm>
            <a:off x="11292840" y="320040"/>
            <a:ext cx="548640" cy="548640"/>
          </a:xfrm>
          <a:prstGeom prst="ellipse">
            <a:avLst/>
          </a:prstGeom>
          <a:solidFill>
            <a:srgbClr val="1A0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TextBox 399"/>
          <p:cNvSpPr txBox="1"/>
          <p:nvPr/>
        </p:nvSpPr>
        <p:spPr>
          <a:xfrm>
            <a:off x="11247120" y="320040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2000" b="1">
                <a:solidFill>
                  <a:srgbClr val="00E5FF"/>
                </a:solidFill>
                <a:latin typeface="Microsoft YaHei"/>
              </a:rPr>
              <a:t>02</a:t>
            </a:r>
          </a:p>
        </p:txBody>
      </p:sp>
      <p:sp>
        <p:nvSpPr>
          <p:cNvPr id="401" name="Rounded Rectangle 400"/>
          <p:cNvSpPr/>
          <p:nvPr/>
        </p:nvSpPr>
        <p:spPr>
          <a:xfrm>
            <a:off x="731520" y="1645920"/>
            <a:ext cx="2651760" cy="1463040"/>
          </a:xfrm>
          <a:prstGeom prst="roundRect">
            <a:avLst/>
          </a:prstGeom>
          <a:solidFill>
            <a:srgbClr val="12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Rectangle 401"/>
          <p:cNvSpPr/>
          <p:nvPr/>
        </p:nvSpPr>
        <p:spPr>
          <a:xfrm>
            <a:off x="731520" y="1645920"/>
            <a:ext cx="2651760" cy="54864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TextBox 402"/>
          <p:cNvSpPr txBox="1"/>
          <p:nvPr/>
        </p:nvSpPr>
        <p:spPr>
          <a:xfrm>
            <a:off x="914400" y="17830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>
                <a:solidFill>
                  <a:srgbClr val="E53E3E"/>
                </a:solidFill>
                <a:latin typeface="Microsoft YaHei"/>
              </a:rPr>
              <a:t>⚠</a:t>
            </a:r>
          </a:p>
        </p:txBody>
      </p:sp>
      <p:sp>
        <p:nvSpPr>
          <p:cNvPr id="404" name="TextBox 403"/>
          <p:cNvSpPr txBox="1"/>
          <p:nvPr/>
        </p:nvSpPr>
        <p:spPr>
          <a:xfrm>
            <a:off x="1463040" y="17830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单点生成</a:t>
            </a:r>
          </a:p>
        </p:txBody>
      </p:sp>
      <p:sp>
        <p:nvSpPr>
          <p:cNvPr id="405" name="TextBox 404"/>
          <p:cNvSpPr txBox="1"/>
          <p:nvPr/>
        </p:nvSpPr>
        <p:spPr>
          <a:xfrm>
            <a:off x="914400" y="2286000"/>
            <a:ext cx="2377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E8EEF7"/>
                </a:solidFill>
                <a:latin typeface="Microsoft YaHei"/>
              </a:rPr>
              <a:t>AI 工具单点作战，缺乏协同</a:t>
            </a:r>
          </a:p>
        </p:txBody>
      </p:sp>
      <p:sp>
        <p:nvSpPr>
          <p:cNvPr id="406" name="Rounded Rectangle 405"/>
          <p:cNvSpPr/>
          <p:nvPr/>
        </p:nvSpPr>
        <p:spPr>
          <a:xfrm>
            <a:off x="3474720" y="1645920"/>
            <a:ext cx="2651760" cy="1463040"/>
          </a:xfrm>
          <a:prstGeom prst="roundRect">
            <a:avLst/>
          </a:prstGeom>
          <a:solidFill>
            <a:srgbClr val="12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" name="Rectangle 406"/>
          <p:cNvSpPr/>
          <p:nvPr/>
        </p:nvSpPr>
        <p:spPr>
          <a:xfrm>
            <a:off x="3474720" y="1645920"/>
            <a:ext cx="2651760" cy="54864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" name="TextBox 407"/>
          <p:cNvSpPr txBox="1"/>
          <p:nvPr/>
        </p:nvSpPr>
        <p:spPr>
          <a:xfrm>
            <a:off x="3657600" y="17830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>
                <a:solidFill>
                  <a:srgbClr val="E53E3E"/>
                </a:solidFill>
                <a:latin typeface="Microsoft YaHei"/>
              </a:rPr>
              <a:t>⚠</a:t>
            </a:r>
          </a:p>
        </p:txBody>
      </p:sp>
      <p:sp>
        <p:nvSpPr>
          <p:cNvPr id="409" name="TextBox 408"/>
          <p:cNvSpPr txBox="1"/>
          <p:nvPr/>
        </p:nvSpPr>
        <p:spPr>
          <a:xfrm>
            <a:off x="4206240" y="17830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流程割裂</a:t>
            </a:r>
          </a:p>
        </p:txBody>
      </p:sp>
      <p:sp>
        <p:nvSpPr>
          <p:cNvPr id="410" name="TextBox 409"/>
          <p:cNvSpPr txBox="1"/>
          <p:nvPr/>
        </p:nvSpPr>
        <p:spPr>
          <a:xfrm>
            <a:off x="3657600" y="2286000"/>
            <a:ext cx="2377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E8EEF7"/>
                </a:solidFill>
                <a:latin typeface="Microsoft YaHei"/>
              </a:rPr>
              <a:t>审查/测试/文档各自为政</a:t>
            </a:r>
          </a:p>
        </p:txBody>
      </p:sp>
      <p:sp>
        <p:nvSpPr>
          <p:cNvPr id="411" name="Rounded Rectangle 410"/>
          <p:cNvSpPr/>
          <p:nvPr/>
        </p:nvSpPr>
        <p:spPr>
          <a:xfrm>
            <a:off x="6217920" y="1645920"/>
            <a:ext cx="2651760" cy="1463040"/>
          </a:xfrm>
          <a:prstGeom prst="roundRect">
            <a:avLst/>
          </a:prstGeom>
          <a:solidFill>
            <a:srgbClr val="12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Rectangle 411"/>
          <p:cNvSpPr/>
          <p:nvPr/>
        </p:nvSpPr>
        <p:spPr>
          <a:xfrm>
            <a:off x="6217920" y="1645920"/>
            <a:ext cx="2651760" cy="54864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TextBox 412"/>
          <p:cNvSpPr txBox="1"/>
          <p:nvPr/>
        </p:nvSpPr>
        <p:spPr>
          <a:xfrm>
            <a:off x="6400800" y="17830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>
                <a:solidFill>
                  <a:srgbClr val="E53E3E"/>
                </a:solidFill>
                <a:latin typeface="Microsoft YaHei"/>
              </a:rPr>
              <a:t>⚠</a:t>
            </a:r>
          </a:p>
        </p:txBody>
      </p:sp>
      <p:sp>
        <p:nvSpPr>
          <p:cNvPr id="414" name="TextBox 413"/>
          <p:cNvSpPr txBox="1"/>
          <p:nvPr/>
        </p:nvSpPr>
        <p:spPr>
          <a:xfrm>
            <a:off x="6949440" y="17830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质量黑箱</a:t>
            </a:r>
          </a:p>
        </p:txBody>
      </p:sp>
      <p:sp>
        <p:nvSpPr>
          <p:cNvPr id="415" name="TextBox 414"/>
          <p:cNvSpPr txBox="1"/>
          <p:nvPr/>
        </p:nvSpPr>
        <p:spPr>
          <a:xfrm>
            <a:off x="6400800" y="2286000"/>
            <a:ext cx="2377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E8EEF7"/>
                </a:solidFill>
                <a:latin typeface="Microsoft YaHei"/>
              </a:rPr>
              <a:t>AI 产出缺乏量化标准</a:t>
            </a:r>
          </a:p>
        </p:txBody>
      </p:sp>
      <p:sp>
        <p:nvSpPr>
          <p:cNvPr id="416" name="Rounded Rectangle 415"/>
          <p:cNvSpPr/>
          <p:nvPr/>
        </p:nvSpPr>
        <p:spPr>
          <a:xfrm>
            <a:off x="8961120" y="1645920"/>
            <a:ext cx="2651760" cy="1463040"/>
          </a:xfrm>
          <a:prstGeom prst="roundRect">
            <a:avLst/>
          </a:prstGeom>
          <a:solidFill>
            <a:srgbClr val="12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" name="Rectangle 416"/>
          <p:cNvSpPr/>
          <p:nvPr/>
        </p:nvSpPr>
        <p:spPr>
          <a:xfrm>
            <a:off x="8961120" y="1645920"/>
            <a:ext cx="2651760" cy="54864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TextBox 417"/>
          <p:cNvSpPr txBox="1"/>
          <p:nvPr/>
        </p:nvSpPr>
        <p:spPr>
          <a:xfrm>
            <a:off x="9144000" y="17830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>
                <a:solidFill>
                  <a:srgbClr val="E53E3E"/>
                </a:solidFill>
                <a:latin typeface="Microsoft YaHei"/>
              </a:rPr>
              <a:t>⚠</a:t>
            </a:r>
          </a:p>
        </p:txBody>
      </p:sp>
      <p:sp>
        <p:nvSpPr>
          <p:cNvPr id="419" name="TextBox 418"/>
          <p:cNvSpPr txBox="1"/>
          <p:nvPr/>
        </p:nvSpPr>
        <p:spPr>
          <a:xfrm>
            <a:off x="9692640" y="17830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不可溯源</a:t>
            </a:r>
          </a:p>
        </p:txBody>
      </p:sp>
      <p:sp>
        <p:nvSpPr>
          <p:cNvPr id="420" name="TextBox 419"/>
          <p:cNvSpPr txBox="1"/>
          <p:nvPr/>
        </p:nvSpPr>
        <p:spPr>
          <a:xfrm>
            <a:off x="9144000" y="2286000"/>
            <a:ext cx="2377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E8EEF7"/>
                </a:solidFill>
                <a:latin typeface="Microsoft YaHei"/>
              </a:rPr>
              <a:t>生成内容无链上可信凭证</a:t>
            </a:r>
          </a:p>
        </p:txBody>
      </p:sp>
      <p:sp>
        <p:nvSpPr>
          <p:cNvPr id="421" name="TextBox 420"/>
          <p:cNvSpPr txBox="1"/>
          <p:nvPr/>
        </p:nvSpPr>
        <p:spPr>
          <a:xfrm>
            <a:off x="731520" y="3383280"/>
            <a:ext cx="10698480" cy="2926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500" b="1">
                <a:solidFill>
                  <a:srgbClr val="00E5FF"/>
                </a:solidFill>
                <a:latin typeface="Microsoft YaHei"/>
              </a:rPr>
              <a:t>▸ </a:t>
            </a:r>
            <a:r>
              <a:rPr sz="1500">
                <a:solidFill>
                  <a:srgbClr val="E8EEF7"/>
                </a:solidFill>
                <a:latin typeface="Microsoft YaHei"/>
              </a:rPr>
              <a:t>单点 AI 编码孤军作战，多智能体协同编排缺位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500" b="1">
                <a:solidFill>
                  <a:srgbClr val="00E5FF"/>
                </a:solidFill>
                <a:latin typeface="Microsoft YaHei"/>
              </a:rPr>
              <a:t>▸ </a:t>
            </a:r>
            <a:r>
              <a:rPr sz="1500">
                <a:solidFill>
                  <a:srgbClr val="E8EEF7"/>
                </a:solidFill>
                <a:latin typeface="Microsoft YaHei"/>
              </a:rPr>
              <a:t>审查、测试、文档、安全各自为战，流程断裂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500" b="1">
                <a:solidFill>
                  <a:srgbClr val="00E5FF"/>
                </a:solidFill>
                <a:latin typeface="Microsoft YaHei"/>
              </a:rPr>
              <a:t>▸ </a:t>
            </a:r>
            <a:r>
              <a:rPr sz="1500">
                <a:solidFill>
                  <a:srgbClr val="E8EEF7"/>
                </a:solidFill>
                <a:latin typeface="Microsoft YaHei"/>
              </a:rPr>
              <a:t>AI 产出无统一量化标尺，质量无法横向比较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500" b="1">
                <a:solidFill>
                  <a:srgbClr val="00E5FF"/>
                </a:solidFill>
                <a:latin typeface="Microsoft YaHei"/>
              </a:rPr>
              <a:t>▸ </a:t>
            </a:r>
            <a:r>
              <a:rPr sz="1500">
                <a:solidFill>
                  <a:srgbClr val="E8EEF7"/>
                </a:solidFill>
                <a:latin typeface="Microsoft YaHei"/>
              </a:rPr>
              <a:t>生成内容无链上凭证，审计溯源成本极高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500" b="1">
                <a:solidFill>
                  <a:srgbClr val="00E5FF"/>
                </a:solidFill>
                <a:latin typeface="Microsoft YaHei"/>
              </a:rPr>
              <a:t>▸ </a:t>
            </a:r>
            <a:r>
              <a:rPr sz="1500">
                <a:solidFill>
                  <a:srgbClr val="E8EEF7"/>
                </a:solidFill>
                <a:latin typeface="Microsoft YaHei"/>
              </a:rPr>
              <a:t>中小团队与开源项目，扛不动企业级流水线</a:t>
            </a:r>
          </a:p>
        </p:txBody>
      </p:sp>
      <p:sp>
        <p:nvSpPr>
          <p:cNvPr id="422" name="Oval 421"/>
          <p:cNvSpPr/>
          <p:nvPr/>
        </p:nvSpPr>
        <p:spPr>
          <a:xfrm>
            <a:off x="10515600" y="3383280"/>
            <a:ext cx="1097280" cy="1097280"/>
          </a:xfrm>
          <a:prstGeom prst="ellipse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" name="Oval 422"/>
          <p:cNvSpPr/>
          <p:nvPr/>
        </p:nvSpPr>
        <p:spPr>
          <a:xfrm>
            <a:off x="10789920" y="3657600"/>
            <a:ext cx="548640" cy="548640"/>
          </a:xfrm>
          <a:prstGeom prst="ellipse">
            <a:avLst/>
          </a:prstGeom>
          <a:solidFill>
            <a:srgbClr val="12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" name="Rectangle 423"/>
          <p:cNvSpPr/>
          <p:nvPr/>
        </p:nvSpPr>
        <p:spPr>
          <a:xfrm>
            <a:off x="0" y="6565392"/>
            <a:ext cx="12191695" cy="45720"/>
          </a:xfrm>
          <a:prstGeom prst="rect">
            <a:avLst/>
          </a:prstGeom>
          <a:solidFill>
            <a:srgbClr val="1A0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" name="Rectangle 424"/>
          <p:cNvSpPr/>
          <p:nvPr/>
        </p:nvSpPr>
        <p:spPr>
          <a:xfrm>
            <a:off x="0" y="6565392"/>
            <a:ext cx="1625559" cy="457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" name="Rectangle 425"/>
          <p:cNvSpPr/>
          <p:nvPr/>
        </p:nvSpPr>
        <p:spPr>
          <a:xfrm>
            <a:off x="0" y="6551676"/>
            <a:ext cx="1625559" cy="109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" name="Oval 426"/>
          <p:cNvSpPr/>
          <p:nvPr/>
        </p:nvSpPr>
        <p:spPr>
          <a:xfrm>
            <a:off x="457200" y="6693408"/>
            <a:ext cx="73152" cy="73152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" name="Oval 427"/>
          <p:cNvSpPr/>
          <p:nvPr/>
        </p:nvSpPr>
        <p:spPr>
          <a:xfrm>
            <a:off x="566928" y="6711696"/>
            <a:ext cx="45720" cy="45720"/>
          </a:xfrm>
          <a:prstGeom prst="ellipse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" name="TextBox 428"/>
          <p:cNvSpPr txBox="1"/>
          <p:nvPr/>
        </p:nvSpPr>
        <p:spPr>
          <a:xfrm>
            <a:off x="685800" y="662940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9AA5B5"/>
                </a:solidFill>
                <a:latin typeface="Microsoft YaHei"/>
              </a:rPr>
              <a:t>FlowForge AI  ·  Shadu Team  ·  v2.67</a:t>
            </a:r>
          </a:p>
        </p:txBody>
      </p:sp>
      <p:sp>
        <p:nvSpPr>
          <p:cNvPr id="430" name="TextBox 429"/>
          <p:cNvSpPr txBox="1"/>
          <p:nvPr/>
        </p:nvSpPr>
        <p:spPr>
          <a:xfrm>
            <a:off x="10058400" y="662940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>
                <a:solidFill>
                  <a:srgbClr val="00E5FF"/>
                </a:solidFill>
                <a:latin typeface="Microsoft YaHei"/>
              </a:rPr>
              <a:t>[ 02 / 15 ]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1628"/>
            </a:gs>
            <a:gs pos="100000">
              <a:srgbClr val="1A0B2E"/>
            </a:gs>
          </a:gsLst>
          <a:lin scaled="0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789920" y="0"/>
            <a:ext cx="1401775" cy="2011680"/>
          </a:xfrm>
          <a:prstGeom prst="ellipse">
            <a:avLst/>
          </a:prstGeom>
          <a:solidFill>
            <a:srgbClr val="F5B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155680" y="0"/>
            <a:ext cx="1036015" cy="1097280"/>
          </a:xfrm>
          <a:prstGeom prst="ellips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0" y="5486400"/>
            <a:ext cx="1645920" cy="1371600"/>
          </a:xfrm>
          <a:prstGeom prst="ellips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704320" y="5029200"/>
            <a:ext cx="487375" cy="914400"/>
          </a:xfrm>
          <a:prstGeom prst="ellipse">
            <a:avLst/>
          </a:prstGeom>
          <a:solidFill>
            <a:srgbClr val="F5B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A0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5486400"/>
            <a:ext cx="12191695" cy="13716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0" y="2286000"/>
            <a:ext cx="3200400" cy="3200400"/>
          </a:xfrm>
          <a:prstGeom prst="ellipse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515600" y="1828800"/>
            <a:ext cx="1676095" cy="3200400"/>
          </a:xfrm>
          <a:prstGeom prst="ellipse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0" y="0"/>
            <a:ext cx="4572000" cy="4572000"/>
          </a:xfrm>
          <a:prstGeom prst="ellipse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0" y="2743200"/>
            <a:ext cx="3047695" cy="4114800"/>
          </a:xfrm>
          <a:prstGeom prst="ellipse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57600" y="0"/>
            <a:ext cx="3657600" cy="3657600"/>
          </a:xfrm>
          <a:prstGeom prst="ellipse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64592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6888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9184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1480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93776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76072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0664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5256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87552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69848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52144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2344400" y="0"/>
            <a:ext cx="182880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74320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2295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371600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920240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468880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017520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566160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114800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663440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21207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76071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30935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85799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40663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95527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50391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05255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60119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14983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69847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124711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179575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274320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82295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371600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920240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2468880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3017520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3566160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4114800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4663440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521207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576071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630935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685799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740663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795527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50391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905255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960119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1014983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1069847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1124711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179575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274320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82295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1371600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1920240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2468880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3017520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3566160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4114800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4663440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521207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576071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630935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685799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740663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795527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850391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905255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960119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1014983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1069847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1124711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1179575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274320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82295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1371600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1920240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2468880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3017520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3566160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4114800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4663440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521207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576071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630935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685799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740663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795527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850391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905255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960119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1014983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1069847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1124711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1179575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274320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82295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1371600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1920240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2468880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3017520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3566160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4114800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4663440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521207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576071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630935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685799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740663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795527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850391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905255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960119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1014983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1069847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1124711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1179575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274320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82295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1371600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1920240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2468880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3017520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3566160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4114800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4663440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521207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576071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630935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685799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740663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795527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850391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905255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960119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1014983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1069847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1124711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1179575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274320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82295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1371600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1920240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2468880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3017520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3566160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4114800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4663440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521207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576071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630935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685799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740663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795527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850391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905255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960119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1014983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1069847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1124711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1179575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274320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82295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1371600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1920240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2468880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3017520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3566160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4114800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4663440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521207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576071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630935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xfrm>
            <a:off x="685799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xfrm>
            <a:off x="740663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Oval 198"/>
          <p:cNvSpPr/>
          <p:nvPr/>
        </p:nvSpPr>
        <p:spPr>
          <a:xfrm>
            <a:off x="795527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>
            <a:off x="850391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905255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960119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1014983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1069847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Oval 204"/>
          <p:cNvSpPr/>
          <p:nvPr/>
        </p:nvSpPr>
        <p:spPr>
          <a:xfrm>
            <a:off x="1124711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Oval 205"/>
          <p:cNvSpPr/>
          <p:nvPr/>
        </p:nvSpPr>
        <p:spPr>
          <a:xfrm>
            <a:off x="1179575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>
            <a:off x="274320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Oval 207"/>
          <p:cNvSpPr/>
          <p:nvPr/>
        </p:nvSpPr>
        <p:spPr>
          <a:xfrm>
            <a:off x="82295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Oval 208"/>
          <p:cNvSpPr/>
          <p:nvPr/>
        </p:nvSpPr>
        <p:spPr>
          <a:xfrm>
            <a:off x="1371600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Oval 209"/>
          <p:cNvSpPr/>
          <p:nvPr/>
        </p:nvSpPr>
        <p:spPr>
          <a:xfrm>
            <a:off x="1920240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Oval 210"/>
          <p:cNvSpPr/>
          <p:nvPr/>
        </p:nvSpPr>
        <p:spPr>
          <a:xfrm>
            <a:off x="2468880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Oval 211"/>
          <p:cNvSpPr/>
          <p:nvPr/>
        </p:nvSpPr>
        <p:spPr>
          <a:xfrm>
            <a:off x="3017520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Oval 212"/>
          <p:cNvSpPr/>
          <p:nvPr/>
        </p:nvSpPr>
        <p:spPr>
          <a:xfrm>
            <a:off x="3566160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4114800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4663440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521207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576071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630935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685799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740663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795527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850391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905255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960119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1014983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1069847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1124711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1179575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274320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82295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1371600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1920240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2468880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3017520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3566160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4114800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4663440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521207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576071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630935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685799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740663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Oval 242"/>
          <p:cNvSpPr/>
          <p:nvPr/>
        </p:nvSpPr>
        <p:spPr>
          <a:xfrm>
            <a:off x="795527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Oval 243"/>
          <p:cNvSpPr/>
          <p:nvPr/>
        </p:nvSpPr>
        <p:spPr>
          <a:xfrm>
            <a:off x="850391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Oval 244"/>
          <p:cNvSpPr/>
          <p:nvPr/>
        </p:nvSpPr>
        <p:spPr>
          <a:xfrm>
            <a:off x="905255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Oval 245"/>
          <p:cNvSpPr/>
          <p:nvPr/>
        </p:nvSpPr>
        <p:spPr>
          <a:xfrm>
            <a:off x="960119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Oval 246"/>
          <p:cNvSpPr/>
          <p:nvPr/>
        </p:nvSpPr>
        <p:spPr>
          <a:xfrm>
            <a:off x="1014983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Oval 247"/>
          <p:cNvSpPr/>
          <p:nvPr/>
        </p:nvSpPr>
        <p:spPr>
          <a:xfrm>
            <a:off x="1069847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Oval 248"/>
          <p:cNvSpPr/>
          <p:nvPr/>
        </p:nvSpPr>
        <p:spPr>
          <a:xfrm>
            <a:off x="1124711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Oval 249"/>
          <p:cNvSpPr/>
          <p:nvPr/>
        </p:nvSpPr>
        <p:spPr>
          <a:xfrm>
            <a:off x="1179575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Oval 250"/>
          <p:cNvSpPr/>
          <p:nvPr/>
        </p:nvSpPr>
        <p:spPr>
          <a:xfrm>
            <a:off x="274320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Oval 251"/>
          <p:cNvSpPr/>
          <p:nvPr/>
        </p:nvSpPr>
        <p:spPr>
          <a:xfrm>
            <a:off x="82295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Oval 252"/>
          <p:cNvSpPr/>
          <p:nvPr/>
        </p:nvSpPr>
        <p:spPr>
          <a:xfrm>
            <a:off x="1371600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Oval 253"/>
          <p:cNvSpPr/>
          <p:nvPr/>
        </p:nvSpPr>
        <p:spPr>
          <a:xfrm>
            <a:off x="1920240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Oval 254"/>
          <p:cNvSpPr/>
          <p:nvPr/>
        </p:nvSpPr>
        <p:spPr>
          <a:xfrm>
            <a:off x="2468880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Oval 255"/>
          <p:cNvSpPr/>
          <p:nvPr/>
        </p:nvSpPr>
        <p:spPr>
          <a:xfrm>
            <a:off x="3017520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Oval 256"/>
          <p:cNvSpPr/>
          <p:nvPr/>
        </p:nvSpPr>
        <p:spPr>
          <a:xfrm>
            <a:off x="3566160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Oval 257"/>
          <p:cNvSpPr/>
          <p:nvPr/>
        </p:nvSpPr>
        <p:spPr>
          <a:xfrm>
            <a:off x="4114800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Oval 258"/>
          <p:cNvSpPr/>
          <p:nvPr/>
        </p:nvSpPr>
        <p:spPr>
          <a:xfrm>
            <a:off x="4663440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Oval 259"/>
          <p:cNvSpPr/>
          <p:nvPr/>
        </p:nvSpPr>
        <p:spPr>
          <a:xfrm>
            <a:off x="521207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Oval 260"/>
          <p:cNvSpPr/>
          <p:nvPr/>
        </p:nvSpPr>
        <p:spPr>
          <a:xfrm>
            <a:off x="576071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Oval 261"/>
          <p:cNvSpPr/>
          <p:nvPr/>
        </p:nvSpPr>
        <p:spPr>
          <a:xfrm>
            <a:off x="630935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Oval 262"/>
          <p:cNvSpPr/>
          <p:nvPr/>
        </p:nvSpPr>
        <p:spPr>
          <a:xfrm>
            <a:off x="685799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Oval 263"/>
          <p:cNvSpPr/>
          <p:nvPr/>
        </p:nvSpPr>
        <p:spPr>
          <a:xfrm>
            <a:off x="740663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Oval 264"/>
          <p:cNvSpPr/>
          <p:nvPr/>
        </p:nvSpPr>
        <p:spPr>
          <a:xfrm>
            <a:off x="795527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Oval 265"/>
          <p:cNvSpPr/>
          <p:nvPr/>
        </p:nvSpPr>
        <p:spPr>
          <a:xfrm>
            <a:off x="850391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Oval 266"/>
          <p:cNvSpPr/>
          <p:nvPr/>
        </p:nvSpPr>
        <p:spPr>
          <a:xfrm>
            <a:off x="905255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Oval 267"/>
          <p:cNvSpPr/>
          <p:nvPr/>
        </p:nvSpPr>
        <p:spPr>
          <a:xfrm>
            <a:off x="960119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Oval 268"/>
          <p:cNvSpPr/>
          <p:nvPr/>
        </p:nvSpPr>
        <p:spPr>
          <a:xfrm>
            <a:off x="1014983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Oval 269"/>
          <p:cNvSpPr/>
          <p:nvPr/>
        </p:nvSpPr>
        <p:spPr>
          <a:xfrm>
            <a:off x="1069847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Oval 270"/>
          <p:cNvSpPr/>
          <p:nvPr/>
        </p:nvSpPr>
        <p:spPr>
          <a:xfrm>
            <a:off x="1124711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Oval 271"/>
          <p:cNvSpPr/>
          <p:nvPr/>
        </p:nvSpPr>
        <p:spPr>
          <a:xfrm>
            <a:off x="1179575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Oval 272"/>
          <p:cNvSpPr/>
          <p:nvPr/>
        </p:nvSpPr>
        <p:spPr>
          <a:xfrm>
            <a:off x="274320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Oval 273"/>
          <p:cNvSpPr/>
          <p:nvPr/>
        </p:nvSpPr>
        <p:spPr>
          <a:xfrm>
            <a:off x="82295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Oval 274"/>
          <p:cNvSpPr/>
          <p:nvPr/>
        </p:nvSpPr>
        <p:spPr>
          <a:xfrm>
            <a:off x="1371600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Oval 275"/>
          <p:cNvSpPr/>
          <p:nvPr/>
        </p:nvSpPr>
        <p:spPr>
          <a:xfrm>
            <a:off x="1920240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Oval 276"/>
          <p:cNvSpPr/>
          <p:nvPr/>
        </p:nvSpPr>
        <p:spPr>
          <a:xfrm>
            <a:off x="2468880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Oval 277"/>
          <p:cNvSpPr/>
          <p:nvPr/>
        </p:nvSpPr>
        <p:spPr>
          <a:xfrm>
            <a:off x="3017520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Oval 278"/>
          <p:cNvSpPr/>
          <p:nvPr/>
        </p:nvSpPr>
        <p:spPr>
          <a:xfrm>
            <a:off x="3566160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Oval 279"/>
          <p:cNvSpPr/>
          <p:nvPr/>
        </p:nvSpPr>
        <p:spPr>
          <a:xfrm>
            <a:off x="4114800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Oval 280"/>
          <p:cNvSpPr/>
          <p:nvPr/>
        </p:nvSpPr>
        <p:spPr>
          <a:xfrm>
            <a:off x="4663440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Oval 281"/>
          <p:cNvSpPr/>
          <p:nvPr/>
        </p:nvSpPr>
        <p:spPr>
          <a:xfrm>
            <a:off x="521207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Oval 282"/>
          <p:cNvSpPr/>
          <p:nvPr/>
        </p:nvSpPr>
        <p:spPr>
          <a:xfrm>
            <a:off x="576071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Oval 283"/>
          <p:cNvSpPr/>
          <p:nvPr/>
        </p:nvSpPr>
        <p:spPr>
          <a:xfrm>
            <a:off x="630935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Oval 284"/>
          <p:cNvSpPr/>
          <p:nvPr/>
        </p:nvSpPr>
        <p:spPr>
          <a:xfrm>
            <a:off x="685799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Oval 285"/>
          <p:cNvSpPr/>
          <p:nvPr/>
        </p:nvSpPr>
        <p:spPr>
          <a:xfrm>
            <a:off x="740663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Oval 286"/>
          <p:cNvSpPr/>
          <p:nvPr/>
        </p:nvSpPr>
        <p:spPr>
          <a:xfrm>
            <a:off x="795527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Oval 287"/>
          <p:cNvSpPr/>
          <p:nvPr/>
        </p:nvSpPr>
        <p:spPr>
          <a:xfrm>
            <a:off x="850391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Oval 288"/>
          <p:cNvSpPr/>
          <p:nvPr/>
        </p:nvSpPr>
        <p:spPr>
          <a:xfrm>
            <a:off x="905255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Oval 289"/>
          <p:cNvSpPr/>
          <p:nvPr/>
        </p:nvSpPr>
        <p:spPr>
          <a:xfrm>
            <a:off x="960119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Oval 290"/>
          <p:cNvSpPr/>
          <p:nvPr/>
        </p:nvSpPr>
        <p:spPr>
          <a:xfrm>
            <a:off x="1014983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Oval 291"/>
          <p:cNvSpPr/>
          <p:nvPr/>
        </p:nvSpPr>
        <p:spPr>
          <a:xfrm>
            <a:off x="1069847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Oval 292"/>
          <p:cNvSpPr/>
          <p:nvPr/>
        </p:nvSpPr>
        <p:spPr>
          <a:xfrm>
            <a:off x="1124711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Oval 293"/>
          <p:cNvSpPr/>
          <p:nvPr/>
        </p:nvSpPr>
        <p:spPr>
          <a:xfrm>
            <a:off x="1179575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Rectangle 294"/>
          <p:cNvSpPr/>
          <p:nvPr/>
        </p:nvSpPr>
        <p:spPr>
          <a:xfrm>
            <a:off x="91479" y="4257697"/>
            <a:ext cx="2583260" cy="109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Rectangle 295"/>
          <p:cNvSpPr/>
          <p:nvPr/>
        </p:nvSpPr>
        <p:spPr>
          <a:xfrm>
            <a:off x="2693717" y="1783875"/>
            <a:ext cx="3685122" cy="109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Rectangle 296"/>
          <p:cNvSpPr/>
          <p:nvPr/>
        </p:nvSpPr>
        <p:spPr>
          <a:xfrm>
            <a:off x="317987" y="5759958"/>
            <a:ext cx="2986215" cy="109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Rectangle 297"/>
          <p:cNvSpPr/>
          <p:nvPr/>
        </p:nvSpPr>
        <p:spPr>
          <a:xfrm>
            <a:off x="799690" y="634302"/>
            <a:ext cx="3215090" cy="109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Rectangle 298"/>
          <p:cNvSpPr/>
          <p:nvPr/>
        </p:nvSpPr>
        <p:spPr>
          <a:xfrm>
            <a:off x="727268" y="614919"/>
            <a:ext cx="3611562" cy="109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ectangle 299"/>
          <p:cNvSpPr/>
          <p:nvPr/>
        </p:nvSpPr>
        <p:spPr>
          <a:xfrm>
            <a:off x="806283" y="3696114"/>
            <a:ext cx="3445273" cy="109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Rectangle 300"/>
          <p:cNvSpPr/>
          <p:nvPr/>
        </p:nvSpPr>
        <p:spPr>
          <a:xfrm>
            <a:off x="9560961" y="23769"/>
            <a:ext cx="10972" cy="3302482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Rectangle 301"/>
          <p:cNvSpPr/>
          <p:nvPr/>
        </p:nvSpPr>
        <p:spPr>
          <a:xfrm>
            <a:off x="8309257" y="1244500"/>
            <a:ext cx="10972" cy="2113140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ectangle 302"/>
          <p:cNvSpPr/>
          <p:nvPr/>
        </p:nvSpPr>
        <p:spPr>
          <a:xfrm>
            <a:off x="11223090" y="1231128"/>
            <a:ext cx="10972" cy="1998413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Rectangle 303"/>
          <p:cNvSpPr/>
          <p:nvPr/>
        </p:nvSpPr>
        <p:spPr>
          <a:xfrm>
            <a:off x="1544980" y="3099795"/>
            <a:ext cx="10972" cy="2932894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Rectangle 304"/>
          <p:cNvSpPr/>
          <p:nvPr/>
        </p:nvSpPr>
        <p:spPr>
          <a:xfrm>
            <a:off x="9535068" y="2669066"/>
            <a:ext cx="10972" cy="2809453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Oval 305"/>
          <p:cNvSpPr/>
          <p:nvPr/>
        </p:nvSpPr>
        <p:spPr>
          <a:xfrm>
            <a:off x="11135004" y="2637830"/>
            <a:ext cx="54864" cy="5486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Oval 306"/>
          <p:cNvSpPr/>
          <p:nvPr/>
        </p:nvSpPr>
        <p:spPr>
          <a:xfrm>
            <a:off x="11116716" y="2619542"/>
            <a:ext cx="91440" cy="914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Oval 307"/>
          <p:cNvSpPr/>
          <p:nvPr/>
        </p:nvSpPr>
        <p:spPr>
          <a:xfrm>
            <a:off x="6514631" y="5235168"/>
            <a:ext cx="54864" cy="5486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Oval 308"/>
          <p:cNvSpPr/>
          <p:nvPr/>
        </p:nvSpPr>
        <p:spPr>
          <a:xfrm>
            <a:off x="6496343" y="5216880"/>
            <a:ext cx="91440" cy="914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Oval 309"/>
          <p:cNvSpPr/>
          <p:nvPr/>
        </p:nvSpPr>
        <p:spPr>
          <a:xfrm>
            <a:off x="7244093" y="5421252"/>
            <a:ext cx="54864" cy="5486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Oval 310"/>
          <p:cNvSpPr/>
          <p:nvPr/>
        </p:nvSpPr>
        <p:spPr>
          <a:xfrm>
            <a:off x="7225805" y="5402964"/>
            <a:ext cx="91440" cy="914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Oval 311"/>
          <p:cNvSpPr/>
          <p:nvPr/>
        </p:nvSpPr>
        <p:spPr>
          <a:xfrm>
            <a:off x="6792369" y="4516041"/>
            <a:ext cx="54864" cy="5486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Oval 312"/>
          <p:cNvSpPr/>
          <p:nvPr/>
        </p:nvSpPr>
        <p:spPr>
          <a:xfrm>
            <a:off x="6774081" y="4497753"/>
            <a:ext cx="91440" cy="914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Oval 313"/>
          <p:cNvSpPr/>
          <p:nvPr/>
        </p:nvSpPr>
        <p:spPr>
          <a:xfrm>
            <a:off x="960021" y="1770058"/>
            <a:ext cx="54864" cy="5486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Oval 314"/>
          <p:cNvSpPr/>
          <p:nvPr/>
        </p:nvSpPr>
        <p:spPr>
          <a:xfrm>
            <a:off x="941733" y="1751770"/>
            <a:ext cx="91440" cy="914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Oval 315"/>
          <p:cNvSpPr/>
          <p:nvPr/>
        </p:nvSpPr>
        <p:spPr>
          <a:xfrm>
            <a:off x="3632596" y="916859"/>
            <a:ext cx="54864" cy="5486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Oval 316"/>
          <p:cNvSpPr/>
          <p:nvPr/>
        </p:nvSpPr>
        <p:spPr>
          <a:xfrm>
            <a:off x="3614308" y="898571"/>
            <a:ext cx="91440" cy="914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Oval 317"/>
          <p:cNvSpPr/>
          <p:nvPr/>
        </p:nvSpPr>
        <p:spPr>
          <a:xfrm>
            <a:off x="3011567" y="1039040"/>
            <a:ext cx="54864" cy="5486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Oval 318"/>
          <p:cNvSpPr/>
          <p:nvPr/>
        </p:nvSpPr>
        <p:spPr>
          <a:xfrm>
            <a:off x="2993279" y="1020752"/>
            <a:ext cx="91440" cy="914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Oval 319"/>
          <p:cNvSpPr/>
          <p:nvPr/>
        </p:nvSpPr>
        <p:spPr>
          <a:xfrm>
            <a:off x="3507348" y="4119200"/>
            <a:ext cx="54864" cy="5486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Oval 320"/>
          <p:cNvSpPr/>
          <p:nvPr/>
        </p:nvSpPr>
        <p:spPr>
          <a:xfrm>
            <a:off x="3489060" y="4100912"/>
            <a:ext cx="91440" cy="914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Oval 321"/>
          <p:cNvSpPr/>
          <p:nvPr/>
        </p:nvSpPr>
        <p:spPr>
          <a:xfrm>
            <a:off x="4460430" y="2589708"/>
            <a:ext cx="54864" cy="5486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Oval 322"/>
          <p:cNvSpPr/>
          <p:nvPr/>
        </p:nvSpPr>
        <p:spPr>
          <a:xfrm>
            <a:off x="4442142" y="2571420"/>
            <a:ext cx="91440" cy="914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Oval 323"/>
          <p:cNvSpPr/>
          <p:nvPr/>
        </p:nvSpPr>
        <p:spPr>
          <a:xfrm>
            <a:off x="2756078" y="1995184"/>
            <a:ext cx="54864" cy="5486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Oval 324"/>
          <p:cNvSpPr/>
          <p:nvPr/>
        </p:nvSpPr>
        <p:spPr>
          <a:xfrm>
            <a:off x="2737790" y="1976896"/>
            <a:ext cx="91440" cy="914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Rectangle 325"/>
          <p:cNvSpPr/>
          <p:nvPr/>
        </p:nvSpPr>
        <p:spPr>
          <a:xfrm>
            <a:off x="0" y="182880"/>
            <a:ext cx="4114800" cy="1828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Rectangle 326"/>
          <p:cNvSpPr/>
          <p:nvPr/>
        </p:nvSpPr>
        <p:spPr>
          <a:xfrm>
            <a:off x="0" y="320040"/>
            <a:ext cx="2743200" cy="13716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Rectangle 327"/>
          <p:cNvSpPr/>
          <p:nvPr/>
        </p:nvSpPr>
        <p:spPr>
          <a:xfrm>
            <a:off x="8046720" y="6446520"/>
            <a:ext cx="4114800" cy="18288"/>
          </a:xfrm>
          <a:prstGeom prst="rect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Rectangle 328"/>
          <p:cNvSpPr/>
          <p:nvPr/>
        </p:nvSpPr>
        <p:spPr>
          <a:xfrm>
            <a:off x="9418320" y="6309360"/>
            <a:ext cx="2743200" cy="1371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Rectangle 329"/>
          <p:cNvSpPr/>
          <p:nvPr/>
        </p:nvSpPr>
        <p:spPr>
          <a:xfrm>
            <a:off x="5029200" y="0"/>
            <a:ext cx="9144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Rectangle 330"/>
          <p:cNvSpPr/>
          <p:nvPr/>
        </p:nvSpPr>
        <p:spPr>
          <a:xfrm>
            <a:off x="5166360" y="0"/>
            <a:ext cx="9144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Rectangle 331"/>
          <p:cNvSpPr/>
          <p:nvPr/>
        </p:nvSpPr>
        <p:spPr>
          <a:xfrm>
            <a:off x="5303520" y="0"/>
            <a:ext cx="9144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Rectangle 332"/>
          <p:cNvSpPr/>
          <p:nvPr/>
        </p:nvSpPr>
        <p:spPr>
          <a:xfrm>
            <a:off x="0" y="137160"/>
            <a:ext cx="12191695" cy="548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Rectangle 333"/>
          <p:cNvSpPr/>
          <p:nvPr/>
        </p:nvSpPr>
        <p:spPr>
          <a:xfrm>
            <a:off x="0" y="978408"/>
            <a:ext cx="12191695" cy="548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Rectangle 334"/>
          <p:cNvSpPr/>
          <p:nvPr/>
        </p:nvSpPr>
        <p:spPr>
          <a:xfrm>
            <a:off x="0" y="1819656"/>
            <a:ext cx="12191695" cy="548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Rectangle 335"/>
          <p:cNvSpPr/>
          <p:nvPr/>
        </p:nvSpPr>
        <p:spPr>
          <a:xfrm>
            <a:off x="0" y="2660904"/>
            <a:ext cx="12191695" cy="548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Rectangle 336"/>
          <p:cNvSpPr/>
          <p:nvPr/>
        </p:nvSpPr>
        <p:spPr>
          <a:xfrm>
            <a:off x="0" y="3502152"/>
            <a:ext cx="12191695" cy="548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Rectangle 337"/>
          <p:cNvSpPr/>
          <p:nvPr/>
        </p:nvSpPr>
        <p:spPr>
          <a:xfrm>
            <a:off x="0" y="4343400"/>
            <a:ext cx="12191695" cy="548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Rectangle 338"/>
          <p:cNvSpPr/>
          <p:nvPr/>
        </p:nvSpPr>
        <p:spPr>
          <a:xfrm>
            <a:off x="0" y="5184648"/>
            <a:ext cx="12191695" cy="548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Rectangle 339"/>
          <p:cNvSpPr/>
          <p:nvPr/>
        </p:nvSpPr>
        <p:spPr>
          <a:xfrm>
            <a:off x="0" y="6025896"/>
            <a:ext cx="12191695" cy="548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Oval 340"/>
          <p:cNvSpPr/>
          <p:nvPr/>
        </p:nvSpPr>
        <p:spPr>
          <a:xfrm>
            <a:off x="4835217" y="1361247"/>
            <a:ext cx="94339" cy="94339"/>
          </a:xfrm>
          <a:prstGeom prst="ellipse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Oval 341"/>
          <p:cNvSpPr/>
          <p:nvPr/>
        </p:nvSpPr>
        <p:spPr>
          <a:xfrm>
            <a:off x="6347216" y="4515070"/>
            <a:ext cx="91141" cy="91141"/>
          </a:xfrm>
          <a:prstGeom prst="ellipse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Oval 342"/>
          <p:cNvSpPr/>
          <p:nvPr/>
        </p:nvSpPr>
        <p:spPr>
          <a:xfrm>
            <a:off x="1768894" y="6349443"/>
            <a:ext cx="44408" cy="44408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Oval 343"/>
          <p:cNvSpPr/>
          <p:nvPr/>
        </p:nvSpPr>
        <p:spPr>
          <a:xfrm>
            <a:off x="5353617" y="2195498"/>
            <a:ext cx="64476" cy="64476"/>
          </a:xfrm>
          <a:prstGeom prst="ellipse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Oval 344"/>
          <p:cNvSpPr/>
          <p:nvPr/>
        </p:nvSpPr>
        <p:spPr>
          <a:xfrm>
            <a:off x="1585861" y="5312615"/>
            <a:ext cx="58162" cy="58162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Oval 345"/>
          <p:cNvSpPr/>
          <p:nvPr/>
        </p:nvSpPr>
        <p:spPr>
          <a:xfrm>
            <a:off x="5370210" y="1419817"/>
            <a:ext cx="47888" cy="47888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Oval 346"/>
          <p:cNvSpPr/>
          <p:nvPr/>
        </p:nvSpPr>
        <p:spPr>
          <a:xfrm>
            <a:off x="11604956" y="4210089"/>
            <a:ext cx="97515" cy="97515"/>
          </a:xfrm>
          <a:prstGeom prst="ellipse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Oval 347"/>
          <p:cNvSpPr/>
          <p:nvPr/>
        </p:nvSpPr>
        <p:spPr>
          <a:xfrm>
            <a:off x="9726414" y="4568740"/>
            <a:ext cx="69334" cy="69334"/>
          </a:xfrm>
          <a:prstGeom prst="ellipse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Oval 348"/>
          <p:cNvSpPr/>
          <p:nvPr/>
        </p:nvSpPr>
        <p:spPr>
          <a:xfrm>
            <a:off x="974463" y="1096331"/>
            <a:ext cx="37450" cy="3745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Oval 349"/>
          <p:cNvSpPr/>
          <p:nvPr/>
        </p:nvSpPr>
        <p:spPr>
          <a:xfrm>
            <a:off x="10439447" y="4646868"/>
            <a:ext cx="77961" cy="77961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Oval 350"/>
          <p:cNvSpPr/>
          <p:nvPr/>
        </p:nvSpPr>
        <p:spPr>
          <a:xfrm>
            <a:off x="6668467" y="713150"/>
            <a:ext cx="54870" cy="54870"/>
          </a:xfrm>
          <a:prstGeom prst="ellipse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Oval 351"/>
          <p:cNvSpPr/>
          <p:nvPr/>
        </p:nvSpPr>
        <p:spPr>
          <a:xfrm>
            <a:off x="11603437" y="2455060"/>
            <a:ext cx="38153" cy="38153"/>
          </a:xfrm>
          <a:prstGeom prst="ellipse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Oval 352"/>
          <p:cNvSpPr/>
          <p:nvPr/>
        </p:nvSpPr>
        <p:spPr>
          <a:xfrm>
            <a:off x="6860823" y="3934604"/>
            <a:ext cx="75416" cy="75416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Oval 353"/>
          <p:cNvSpPr/>
          <p:nvPr/>
        </p:nvSpPr>
        <p:spPr>
          <a:xfrm>
            <a:off x="3831632" y="2853451"/>
            <a:ext cx="84921" cy="84921"/>
          </a:xfrm>
          <a:prstGeom prst="ellipse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Oval 354"/>
          <p:cNvSpPr/>
          <p:nvPr/>
        </p:nvSpPr>
        <p:spPr>
          <a:xfrm>
            <a:off x="5750328" y="4098430"/>
            <a:ext cx="98027" cy="98027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Oval 355"/>
          <p:cNvSpPr/>
          <p:nvPr/>
        </p:nvSpPr>
        <p:spPr>
          <a:xfrm>
            <a:off x="9803789" y="397143"/>
            <a:ext cx="57201" cy="57201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Oval 356"/>
          <p:cNvSpPr/>
          <p:nvPr/>
        </p:nvSpPr>
        <p:spPr>
          <a:xfrm>
            <a:off x="5447626" y="4969001"/>
            <a:ext cx="81875" cy="81875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Oval 357"/>
          <p:cNvSpPr/>
          <p:nvPr/>
        </p:nvSpPr>
        <p:spPr>
          <a:xfrm>
            <a:off x="8872455" y="1060573"/>
            <a:ext cx="59183" cy="59183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Oval 358"/>
          <p:cNvSpPr/>
          <p:nvPr/>
        </p:nvSpPr>
        <p:spPr>
          <a:xfrm>
            <a:off x="8934753" y="2895632"/>
            <a:ext cx="66810" cy="6681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Oval 359"/>
          <p:cNvSpPr/>
          <p:nvPr/>
        </p:nvSpPr>
        <p:spPr>
          <a:xfrm>
            <a:off x="718963" y="6269433"/>
            <a:ext cx="97109" cy="97109"/>
          </a:xfrm>
          <a:prstGeom prst="ellipse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Oval 360"/>
          <p:cNvSpPr/>
          <p:nvPr/>
        </p:nvSpPr>
        <p:spPr>
          <a:xfrm>
            <a:off x="8870331" y="5019754"/>
            <a:ext cx="67484" cy="67484"/>
          </a:xfrm>
          <a:prstGeom prst="ellipse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Oval 361"/>
          <p:cNvSpPr/>
          <p:nvPr/>
        </p:nvSpPr>
        <p:spPr>
          <a:xfrm>
            <a:off x="1235623" y="4509817"/>
            <a:ext cx="70418" cy="70418"/>
          </a:xfrm>
          <a:prstGeom prst="ellipse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Oval 362"/>
          <p:cNvSpPr/>
          <p:nvPr/>
        </p:nvSpPr>
        <p:spPr>
          <a:xfrm>
            <a:off x="2404733" y="4806135"/>
            <a:ext cx="39306" cy="39306"/>
          </a:xfrm>
          <a:prstGeom prst="ellipse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Oval 363"/>
          <p:cNvSpPr/>
          <p:nvPr/>
        </p:nvSpPr>
        <p:spPr>
          <a:xfrm>
            <a:off x="2518251" y="2610412"/>
            <a:ext cx="75306" cy="75306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Oval 364"/>
          <p:cNvSpPr/>
          <p:nvPr/>
        </p:nvSpPr>
        <p:spPr>
          <a:xfrm>
            <a:off x="6375392" y="2664231"/>
            <a:ext cx="80753" cy="80753"/>
          </a:xfrm>
          <a:prstGeom prst="ellipse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Oval 365"/>
          <p:cNvSpPr/>
          <p:nvPr/>
        </p:nvSpPr>
        <p:spPr>
          <a:xfrm>
            <a:off x="3069473" y="5571498"/>
            <a:ext cx="38829" cy="38829"/>
          </a:xfrm>
          <a:prstGeom prst="ellipse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Oval 366"/>
          <p:cNvSpPr/>
          <p:nvPr/>
        </p:nvSpPr>
        <p:spPr>
          <a:xfrm>
            <a:off x="11772815" y="2672299"/>
            <a:ext cx="60213" cy="60213"/>
          </a:xfrm>
          <a:prstGeom prst="ellipse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Oval 367"/>
          <p:cNvSpPr/>
          <p:nvPr/>
        </p:nvSpPr>
        <p:spPr>
          <a:xfrm>
            <a:off x="10318903" y="3573868"/>
            <a:ext cx="74940" cy="749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Rectangle 368"/>
          <p:cNvSpPr/>
          <p:nvPr/>
        </p:nvSpPr>
        <p:spPr>
          <a:xfrm>
            <a:off x="137160" y="137160"/>
            <a:ext cx="347472" cy="4114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Rectangle 369"/>
          <p:cNvSpPr/>
          <p:nvPr/>
        </p:nvSpPr>
        <p:spPr>
          <a:xfrm>
            <a:off x="137160" y="137160"/>
            <a:ext cx="41148" cy="3474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Rectangle 370"/>
          <p:cNvSpPr/>
          <p:nvPr/>
        </p:nvSpPr>
        <p:spPr>
          <a:xfrm>
            <a:off x="11707063" y="137160"/>
            <a:ext cx="347472" cy="41148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Rectangle 371"/>
          <p:cNvSpPr/>
          <p:nvPr/>
        </p:nvSpPr>
        <p:spPr>
          <a:xfrm>
            <a:off x="12013387" y="137160"/>
            <a:ext cx="41148" cy="347472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Rectangle 372"/>
          <p:cNvSpPr/>
          <p:nvPr/>
        </p:nvSpPr>
        <p:spPr>
          <a:xfrm>
            <a:off x="137160" y="6679692"/>
            <a:ext cx="347472" cy="41148"/>
          </a:xfrm>
          <a:prstGeom prst="rect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Rectangle 373"/>
          <p:cNvSpPr/>
          <p:nvPr/>
        </p:nvSpPr>
        <p:spPr>
          <a:xfrm>
            <a:off x="137160" y="6373368"/>
            <a:ext cx="41148" cy="347472"/>
          </a:xfrm>
          <a:prstGeom prst="rect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Rectangle 374"/>
          <p:cNvSpPr/>
          <p:nvPr/>
        </p:nvSpPr>
        <p:spPr>
          <a:xfrm>
            <a:off x="11707063" y="6679692"/>
            <a:ext cx="347472" cy="4114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Rectangle 375"/>
          <p:cNvSpPr/>
          <p:nvPr/>
        </p:nvSpPr>
        <p:spPr>
          <a:xfrm>
            <a:off x="12013387" y="6373368"/>
            <a:ext cx="41148" cy="3474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Rectangle 376"/>
          <p:cNvSpPr/>
          <p:nvPr/>
        </p:nvSpPr>
        <p:spPr>
          <a:xfrm>
            <a:off x="54864" y="54864"/>
            <a:ext cx="12081967" cy="2286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Rectangle 377"/>
          <p:cNvSpPr/>
          <p:nvPr/>
        </p:nvSpPr>
        <p:spPr>
          <a:xfrm>
            <a:off x="54864" y="6780276"/>
            <a:ext cx="12081967" cy="2286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Rectangle 378"/>
          <p:cNvSpPr/>
          <p:nvPr/>
        </p:nvSpPr>
        <p:spPr>
          <a:xfrm>
            <a:off x="54864" y="54864"/>
            <a:ext cx="22860" cy="6748272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Rectangle 379"/>
          <p:cNvSpPr/>
          <p:nvPr/>
        </p:nvSpPr>
        <p:spPr>
          <a:xfrm>
            <a:off x="12113971" y="54864"/>
            <a:ext cx="22860" cy="6748272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Rectangle 380"/>
          <p:cNvSpPr/>
          <p:nvPr/>
        </p:nvSpPr>
        <p:spPr>
          <a:xfrm>
            <a:off x="82296" y="82296"/>
            <a:ext cx="12027103" cy="16459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Rectangle 381"/>
          <p:cNvSpPr/>
          <p:nvPr/>
        </p:nvSpPr>
        <p:spPr>
          <a:xfrm>
            <a:off x="82296" y="6759245"/>
            <a:ext cx="12027103" cy="16459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Rectangle 382"/>
          <p:cNvSpPr/>
          <p:nvPr/>
        </p:nvSpPr>
        <p:spPr>
          <a:xfrm>
            <a:off x="109728" y="109728"/>
            <a:ext cx="11972239" cy="109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Rectangle 383"/>
          <p:cNvSpPr/>
          <p:nvPr/>
        </p:nvSpPr>
        <p:spPr>
          <a:xfrm>
            <a:off x="109728" y="6737300"/>
            <a:ext cx="11972239" cy="109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Rectangle 384"/>
          <p:cNvSpPr/>
          <p:nvPr/>
        </p:nvSpPr>
        <p:spPr>
          <a:xfrm>
            <a:off x="109728" y="109728"/>
            <a:ext cx="10972" cy="663854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Rectangle 385"/>
          <p:cNvSpPr/>
          <p:nvPr/>
        </p:nvSpPr>
        <p:spPr>
          <a:xfrm>
            <a:off x="12070995" y="109728"/>
            <a:ext cx="10972" cy="663854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Rectangle 386"/>
          <p:cNvSpPr/>
          <p:nvPr/>
        </p:nvSpPr>
        <p:spPr>
          <a:xfrm>
            <a:off x="457200" y="365760"/>
            <a:ext cx="109728" cy="82296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Rectangle 387"/>
          <p:cNvSpPr/>
          <p:nvPr/>
        </p:nvSpPr>
        <p:spPr>
          <a:xfrm>
            <a:off x="566928" y="365760"/>
            <a:ext cx="36576" cy="822960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TextBox 388"/>
          <p:cNvSpPr txBox="1"/>
          <p:nvPr/>
        </p:nvSpPr>
        <p:spPr>
          <a:xfrm>
            <a:off x="713232" y="38404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00E5FF"/>
                </a:solidFill>
                <a:latin typeface="Microsoft YaHei"/>
              </a:rPr>
              <a:t>◢</a:t>
            </a:r>
          </a:p>
        </p:txBody>
      </p:sp>
      <p:sp>
        <p:nvSpPr>
          <p:cNvPr id="390" name="TextBox 389"/>
          <p:cNvSpPr txBox="1"/>
          <p:nvPr/>
        </p:nvSpPr>
        <p:spPr>
          <a:xfrm>
            <a:off x="1143000" y="347472"/>
            <a:ext cx="100584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200" b="1">
                <a:solidFill>
                  <a:srgbClr val="FFFFFF"/>
                </a:solidFill>
                <a:latin typeface="Microsoft YaHei"/>
              </a:rPr>
              <a:t>解决方案：可编排·可评分·可存证</a:t>
            </a:r>
          </a:p>
        </p:txBody>
      </p:sp>
      <p:sp>
        <p:nvSpPr>
          <p:cNvPr id="391" name="TextBox 390"/>
          <p:cNvSpPr txBox="1"/>
          <p:nvPr/>
        </p:nvSpPr>
        <p:spPr>
          <a:xfrm>
            <a:off x="1143000" y="932688"/>
            <a:ext cx="100584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00E5FF"/>
                </a:solidFill>
                <a:latin typeface="Microsoft YaHei"/>
              </a:rPr>
              <a:t>把多智能体工作流变成可复用的公共基础设施</a:t>
            </a:r>
          </a:p>
        </p:txBody>
      </p:sp>
      <p:sp>
        <p:nvSpPr>
          <p:cNvPr id="392" name="Rectangle 391"/>
          <p:cNvSpPr/>
          <p:nvPr/>
        </p:nvSpPr>
        <p:spPr>
          <a:xfrm>
            <a:off x="1143000" y="1298448"/>
            <a:ext cx="3200400" cy="2743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Rectangle 392"/>
          <p:cNvSpPr/>
          <p:nvPr/>
        </p:nvSpPr>
        <p:spPr>
          <a:xfrm>
            <a:off x="4343400" y="1298448"/>
            <a:ext cx="2286000" cy="27432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Rectangle 393"/>
          <p:cNvSpPr/>
          <p:nvPr/>
        </p:nvSpPr>
        <p:spPr>
          <a:xfrm>
            <a:off x="6629400" y="1298448"/>
            <a:ext cx="1828800" cy="27432"/>
          </a:xfrm>
          <a:prstGeom prst="rect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Rectangle 394"/>
          <p:cNvSpPr/>
          <p:nvPr/>
        </p:nvSpPr>
        <p:spPr>
          <a:xfrm>
            <a:off x="8458200" y="1298448"/>
            <a:ext cx="1645920" cy="27432"/>
          </a:xfrm>
          <a:prstGeom prst="rect">
            <a:avLst/>
          </a:prstGeom>
          <a:solidFill>
            <a:srgbClr val="F5B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Rectangle 395"/>
          <p:cNvSpPr/>
          <p:nvPr/>
        </p:nvSpPr>
        <p:spPr>
          <a:xfrm>
            <a:off x="10104120" y="1298448"/>
            <a:ext cx="1097280" cy="2743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Rectangle 396"/>
          <p:cNvSpPr/>
          <p:nvPr/>
        </p:nvSpPr>
        <p:spPr>
          <a:xfrm>
            <a:off x="1097280" y="347472"/>
            <a:ext cx="10515600" cy="987552"/>
          </a:xfrm>
          <a:prstGeom prst="rect">
            <a:avLst/>
          </a:prstGeom>
          <a:solidFill>
            <a:srgbClr val="1A0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Oval 397"/>
          <p:cNvSpPr/>
          <p:nvPr/>
        </p:nvSpPr>
        <p:spPr>
          <a:xfrm>
            <a:off x="11247120" y="274320"/>
            <a:ext cx="640080" cy="64008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Oval 398"/>
          <p:cNvSpPr/>
          <p:nvPr/>
        </p:nvSpPr>
        <p:spPr>
          <a:xfrm>
            <a:off x="11292840" y="320040"/>
            <a:ext cx="548640" cy="548640"/>
          </a:xfrm>
          <a:prstGeom prst="ellipse">
            <a:avLst/>
          </a:prstGeom>
          <a:solidFill>
            <a:srgbClr val="1A0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TextBox 399"/>
          <p:cNvSpPr txBox="1"/>
          <p:nvPr/>
        </p:nvSpPr>
        <p:spPr>
          <a:xfrm>
            <a:off x="11247120" y="320040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2000" b="1">
                <a:solidFill>
                  <a:srgbClr val="00E5FF"/>
                </a:solidFill>
                <a:latin typeface="Microsoft YaHei"/>
              </a:rPr>
              <a:t>03</a:t>
            </a:r>
          </a:p>
        </p:txBody>
      </p:sp>
      <p:sp>
        <p:nvSpPr>
          <p:cNvPr id="401" name="TextBox 400"/>
          <p:cNvSpPr txBox="1"/>
          <p:nvPr/>
        </p:nvSpPr>
        <p:spPr>
          <a:xfrm>
            <a:off x="731520" y="1554480"/>
            <a:ext cx="5943600" cy="4572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500" b="1">
                <a:solidFill>
                  <a:srgbClr val="00E5FF"/>
                </a:solidFill>
                <a:latin typeface="Microsoft YaHei"/>
              </a:rPr>
              <a:t>▸ </a:t>
            </a:r>
            <a:r>
              <a:rPr sz="1500">
                <a:solidFill>
                  <a:srgbClr val="E8EEF7"/>
                </a:solidFill>
                <a:latin typeface="Microsoft YaHei"/>
              </a:rPr>
              <a:t>可视化编排多智能体，像搭积木组装 AI 工作流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500" b="1">
                <a:solidFill>
                  <a:srgbClr val="00E5FF"/>
                </a:solidFill>
                <a:latin typeface="Microsoft YaHei"/>
              </a:rPr>
              <a:t>▸ </a:t>
            </a:r>
            <a:r>
              <a:rPr sz="1500">
                <a:solidFill>
                  <a:srgbClr val="E8EEF7"/>
                </a:solidFill>
                <a:latin typeface="Microsoft YaHei"/>
              </a:rPr>
              <a:t>内置代码审查、测试生成、文档生成、安全扫描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500" b="1">
                <a:solidFill>
                  <a:srgbClr val="00E5FF"/>
                </a:solidFill>
                <a:latin typeface="Microsoft YaHei"/>
              </a:rPr>
              <a:t>▸ </a:t>
            </a:r>
            <a:r>
              <a:rPr sz="1500">
                <a:solidFill>
                  <a:srgbClr val="E8EEF7"/>
                </a:solidFill>
                <a:latin typeface="Microsoft YaHei"/>
              </a:rPr>
              <a:t>五维评分量化每次执行，输出可比较可信分数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500" b="1">
                <a:solidFill>
                  <a:srgbClr val="00E5FF"/>
                </a:solidFill>
                <a:latin typeface="Microsoft YaHei"/>
              </a:rPr>
              <a:t>▸ </a:t>
            </a:r>
            <a:r>
              <a:rPr sz="1500">
                <a:solidFill>
                  <a:srgbClr val="E8EEF7"/>
                </a:solidFill>
                <a:latin typeface="Microsoft YaHei"/>
              </a:rPr>
              <a:t>关键执行结果上链存证，生成不可篡改凭证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500" b="1">
                <a:solidFill>
                  <a:srgbClr val="00E5FF"/>
                </a:solidFill>
                <a:latin typeface="Microsoft YaHei"/>
              </a:rPr>
              <a:t>▸ </a:t>
            </a:r>
            <a:r>
              <a:rPr sz="1500">
                <a:solidFill>
                  <a:srgbClr val="E8EEF7"/>
                </a:solidFill>
                <a:latin typeface="Microsoft YaHei"/>
              </a:rPr>
              <a:t>30 市场模板 + 13 智能体模板，开箱即用</a:t>
            </a:r>
          </a:p>
        </p:txBody>
      </p:sp>
      <p:sp>
        <p:nvSpPr>
          <p:cNvPr id="402" name="Rounded Rectangle 401"/>
          <p:cNvSpPr/>
          <p:nvPr/>
        </p:nvSpPr>
        <p:spPr>
          <a:xfrm>
            <a:off x="7315200" y="1645920"/>
            <a:ext cx="4114800" cy="1280160"/>
          </a:xfrm>
          <a:prstGeom prst="roundRect">
            <a:avLst/>
          </a:prstGeom>
          <a:solidFill>
            <a:srgbClr val="12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Rectangle 402"/>
          <p:cNvSpPr/>
          <p:nvPr/>
        </p:nvSpPr>
        <p:spPr>
          <a:xfrm>
            <a:off x="7315200" y="1645920"/>
            <a:ext cx="73152" cy="1280160"/>
          </a:xfrm>
          <a:prstGeom prst="rect">
            <a:avLst/>
          </a:prstGeom>
          <a:solidFill>
            <a:srgbClr val="F5B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TextBox 403"/>
          <p:cNvSpPr txBox="1"/>
          <p:nvPr/>
        </p:nvSpPr>
        <p:spPr>
          <a:xfrm>
            <a:off x="7589520" y="178308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F5B642"/>
                </a:solidFill>
                <a:latin typeface="Microsoft YaHei"/>
              </a:rPr>
              <a:t>可编排</a:t>
            </a:r>
          </a:p>
        </p:txBody>
      </p:sp>
      <p:sp>
        <p:nvSpPr>
          <p:cNvPr id="405" name="TextBox 404"/>
          <p:cNvSpPr txBox="1"/>
          <p:nvPr/>
        </p:nvSpPr>
        <p:spPr>
          <a:xfrm>
            <a:off x="7589520" y="228600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E8EEF7"/>
                </a:solidFill>
                <a:latin typeface="Microsoft YaHei"/>
              </a:rPr>
              <a:t>可视化拖拽多智能体协作</a:t>
            </a:r>
          </a:p>
        </p:txBody>
      </p:sp>
      <p:sp>
        <p:nvSpPr>
          <p:cNvPr id="406" name="Rounded Rectangle 405"/>
          <p:cNvSpPr/>
          <p:nvPr/>
        </p:nvSpPr>
        <p:spPr>
          <a:xfrm>
            <a:off x="7315200" y="3063240"/>
            <a:ext cx="4114800" cy="1280160"/>
          </a:xfrm>
          <a:prstGeom prst="roundRect">
            <a:avLst/>
          </a:prstGeom>
          <a:solidFill>
            <a:srgbClr val="12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" name="Rectangle 406"/>
          <p:cNvSpPr/>
          <p:nvPr/>
        </p:nvSpPr>
        <p:spPr>
          <a:xfrm>
            <a:off x="7315200" y="3063240"/>
            <a:ext cx="73152" cy="128016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" name="TextBox 407"/>
          <p:cNvSpPr txBox="1"/>
          <p:nvPr/>
        </p:nvSpPr>
        <p:spPr>
          <a:xfrm>
            <a:off x="7589520" y="320040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4FC3F7"/>
                </a:solidFill>
                <a:latin typeface="Microsoft YaHei"/>
              </a:rPr>
              <a:t>可评分</a:t>
            </a:r>
          </a:p>
        </p:txBody>
      </p:sp>
      <p:sp>
        <p:nvSpPr>
          <p:cNvPr id="409" name="TextBox 408"/>
          <p:cNvSpPr txBox="1"/>
          <p:nvPr/>
        </p:nvSpPr>
        <p:spPr>
          <a:xfrm>
            <a:off x="7589520" y="370332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E8EEF7"/>
                </a:solidFill>
                <a:latin typeface="Microsoft YaHei"/>
              </a:rPr>
              <a:t>五维评分量化每次执行</a:t>
            </a:r>
          </a:p>
        </p:txBody>
      </p:sp>
      <p:sp>
        <p:nvSpPr>
          <p:cNvPr id="410" name="Rounded Rectangle 409"/>
          <p:cNvSpPr/>
          <p:nvPr/>
        </p:nvSpPr>
        <p:spPr>
          <a:xfrm>
            <a:off x="7315200" y="4480560"/>
            <a:ext cx="4114800" cy="1280160"/>
          </a:xfrm>
          <a:prstGeom prst="roundRect">
            <a:avLst/>
          </a:prstGeom>
          <a:solidFill>
            <a:srgbClr val="12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" name="Rectangle 410"/>
          <p:cNvSpPr/>
          <p:nvPr/>
        </p:nvSpPr>
        <p:spPr>
          <a:xfrm>
            <a:off x="7315200" y="4480560"/>
            <a:ext cx="73152" cy="128016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TextBox 411"/>
          <p:cNvSpPr txBox="1"/>
          <p:nvPr/>
        </p:nvSpPr>
        <p:spPr>
          <a:xfrm>
            <a:off x="7589520" y="461772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4CAF50"/>
                </a:solidFill>
                <a:latin typeface="Microsoft YaHei"/>
              </a:rPr>
              <a:t>可存证</a:t>
            </a:r>
          </a:p>
        </p:txBody>
      </p:sp>
      <p:sp>
        <p:nvSpPr>
          <p:cNvPr id="413" name="TextBox 412"/>
          <p:cNvSpPr txBox="1"/>
          <p:nvPr/>
        </p:nvSpPr>
        <p:spPr>
          <a:xfrm>
            <a:off x="7589520" y="512064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E8EEF7"/>
                </a:solidFill>
                <a:latin typeface="Microsoft YaHei"/>
              </a:rPr>
              <a:t>链上不可篡改可信凭证</a:t>
            </a:r>
          </a:p>
        </p:txBody>
      </p:sp>
      <p:sp>
        <p:nvSpPr>
          <p:cNvPr id="414" name="Oval 413"/>
          <p:cNvSpPr/>
          <p:nvPr/>
        </p:nvSpPr>
        <p:spPr>
          <a:xfrm>
            <a:off x="274320" y="5029200"/>
            <a:ext cx="731520" cy="73152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Oval 414"/>
          <p:cNvSpPr/>
          <p:nvPr/>
        </p:nvSpPr>
        <p:spPr>
          <a:xfrm>
            <a:off x="457200" y="5212080"/>
            <a:ext cx="365760" cy="365760"/>
          </a:xfrm>
          <a:prstGeom prst="ellipse">
            <a:avLst/>
          </a:prstGeom>
          <a:solidFill>
            <a:srgbClr val="12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Rectangle 415"/>
          <p:cNvSpPr/>
          <p:nvPr/>
        </p:nvSpPr>
        <p:spPr>
          <a:xfrm>
            <a:off x="0" y="6565392"/>
            <a:ext cx="12191695" cy="45720"/>
          </a:xfrm>
          <a:prstGeom prst="rect">
            <a:avLst/>
          </a:prstGeom>
          <a:solidFill>
            <a:srgbClr val="1A0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" name="Rectangle 416"/>
          <p:cNvSpPr/>
          <p:nvPr/>
        </p:nvSpPr>
        <p:spPr>
          <a:xfrm>
            <a:off x="0" y="6565392"/>
            <a:ext cx="2438339" cy="457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Rectangle 417"/>
          <p:cNvSpPr/>
          <p:nvPr/>
        </p:nvSpPr>
        <p:spPr>
          <a:xfrm>
            <a:off x="0" y="6551676"/>
            <a:ext cx="2438339" cy="109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Oval 418"/>
          <p:cNvSpPr/>
          <p:nvPr/>
        </p:nvSpPr>
        <p:spPr>
          <a:xfrm>
            <a:off x="457200" y="6693408"/>
            <a:ext cx="73152" cy="73152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" name="Oval 419"/>
          <p:cNvSpPr/>
          <p:nvPr/>
        </p:nvSpPr>
        <p:spPr>
          <a:xfrm>
            <a:off x="566928" y="6711696"/>
            <a:ext cx="45720" cy="45720"/>
          </a:xfrm>
          <a:prstGeom prst="ellipse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" name="TextBox 420"/>
          <p:cNvSpPr txBox="1"/>
          <p:nvPr/>
        </p:nvSpPr>
        <p:spPr>
          <a:xfrm>
            <a:off x="685800" y="662940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9AA5B5"/>
                </a:solidFill>
                <a:latin typeface="Microsoft YaHei"/>
              </a:rPr>
              <a:t>FlowForge AI  ·  Shadu Team  ·  v2.67</a:t>
            </a:r>
          </a:p>
        </p:txBody>
      </p:sp>
      <p:sp>
        <p:nvSpPr>
          <p:cNvPr id="422" name="TextBox 421"/>
          <p:cNvSpPr txBox="1"/>
          <p:nvPr/>
        </p:nvSpPr>
        <p:spPr>
          <a:xfrm>
            <a:off x="10058400" y="662940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>
                <a:solidFill>
                  <a:srgbClr val="00E5FF"/>
                </a:solidFill>
                <a:latin typeface="Microsoft YaHei"/>
              </a:rPr>
              <a:t>[ 03 / 15 ]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1628"/>
            </a:gs>
            <a:gs pos="100000">
              <a:srgbClr val="1A0B2E"/>
            </a:gs>
          </a:gsLst>
          <a:lin scaled="0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789920" y="0"/>
            <a:ext cx="1401775" cy="2011680"/>
          </a:xfrm>
          <a:prstGeom prst="ellipse">
            <a:avLst/>
          </a:prstGeom>
          <a:solidFill>
            <a:srgbClr val="F5B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155680" y="0"/>
            <a:ext cx="1036015" cy="1097280"/>
          </a:xfrm>
          <a:prstGeom prst="ellips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0" y="5486400"/>
            <a:ext cx="1645920" cy="1371600"/>
          </a:xfrm>
          <a:prstGeom prst="ellips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704320" y="5029200"/>
            <a:ext cx="487375" cy="914400"/>
          </a:xfrm>
          <a:prstGeom prst="ellipse">
            <a:avLst/>
          </a:prstGeom>
          <a:solidFill>
            <a:srgbClr val="F5B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A0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5486400"/>
            <a:ext cx="12191695" cy="13716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0" y="2286000"/>
            <a:ext cx="3200400" cy="3200400"/>
          </a:xfrm>
          <a:prstGeom prst="ellipse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515600" y="1828800"/>
            <a:ext cx="1676095" cy="3200400"/>
          </a:xfrm>
          <a:prstGeom prst="ellipse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0" y="0"/>
            <a:ext cx="4572000" cy="4572000"/>
          </a:xfrm>
          <a:prstGeom prst="ellipse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0" y="2743200"/>
            <a:ext cx="3047695" cy="4114800"/>
          </a:xfrm>
          <a:prstGeom prst="ellipse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57600" y="0"/>
            <a:ext cx="3657600" cy="3657600"/>
          </a:xfrm>
          <a:prstGeom prst="ellipse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64592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6888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9184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1480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93776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76072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0664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5256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87552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69848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52144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2344400" y="0"/>
            <a:ext cx="182880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74320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2295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371600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920240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468880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017520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566160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114800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663440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21207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76071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30935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85799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40663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95527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50391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05255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60119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14983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69847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124711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179575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274320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82295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371600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920240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2468880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3017520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3566160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4114800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4663440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521207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576071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630935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685799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740663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795527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50391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905255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960119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1014983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1069847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1124711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179575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274320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82295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1371600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1920240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2468880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3017520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3566160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4114800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4663440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521207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576071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630935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685799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740663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795527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850391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905255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960119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1014983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1069847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1124711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1179575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274320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82295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1371600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1920240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2468880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3017520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3566160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4114800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4663440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521207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576071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630935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685799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740663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795527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850391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905255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960119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1014983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1069847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1124711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1179575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274320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82295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1371600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1920240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2468880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3017520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3566160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4114800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4663440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521207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576071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630935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685799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740663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795527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850391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905255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960119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1014983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1069847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1124711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1179575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274320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82295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1371600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1920240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2468880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3017520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3566160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4114800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4663440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521207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576071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630935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685799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740663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795527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850391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905255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960119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1014983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1069847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1124711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1179575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274320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82295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1371600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1920240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2468880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3017520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3566160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4114800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4663440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521207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576071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630935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685799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740663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795527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850391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905255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960119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1014983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1069847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1124711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1179575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274320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82295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1371600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1920240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2468880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3017520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3566160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4114800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4663440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521207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576071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630935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xfrm>
            <a:off x="685799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xfrm>
            <a:off x="740663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Oval 198"/>
          <p:cNvSpPr/>
          <p:nvPr/>
        </p:nvSpPr>
        <p:spPr>
          <a:xfrm>
            <a:off x="795527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>
            <a:off x="850391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905255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960119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1014983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1069847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Oval 204"/>
          <p:cNvSpPr/>
          <p:nvPr/>
        </p:nvSpPr>
        <p:spPr>
          <a:xfrm>
            <a:off x="1124711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Oval 205"/>
          <p:cNvSpPr/>
          <p:nvPr/>
        </p:nvSpPr>
        <p:spPr>
          <a:xfrm>
            <a:off x="1179575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>
            <a:off x="274320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Oval 207"/>
          <p:cNvSpPr/>
          <p:nvPr/>
        </p:nvSpPr>
        <p:spPr>
          <a:xfrm>
            <a:off x="82295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Oval 208"/>
          <p:cNvSpPr/>
          <p:nvPr/>
        </p:nvSpPr>
        <p:spPr>
          <a:xfrm>
            <a:off x="1371600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Oval 209"/>
          <p:cNvSpPr/>
          <p:nvPr/>
        </p:nvSpPr>
        <p:spPr>
          <a:xfrm>
            <a:off x="1920240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Oval 210"/>
          <p:cNvSpPr/>
          <p:nvPr/>
        </p:nvSpPr>
        <p:spPr>
          <a:xfrm>
            <a:off x="2468880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Oval 211"/>
          <p:cNvSpPr/>
          <p:nvPr/>
        </p:nvSpPr>
        <p:spPr>
          <a:xfrm>
            <a:off x="3017520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Oval 212"/>
          <p:cNvSpPr/>
          <p:nvPr/>
        </p:nvSpPr>
        <p:spPr>
          <a:xfrm>
            <a:off x="3566160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4114800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4663440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521207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576071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630935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685799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740663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795527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850391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905255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960119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1014983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1069847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1124711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1179575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274320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82295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1371600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1920240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2468880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3017520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3566160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4114800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4663440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521207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576071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630935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685799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740663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Oval 242"/>
          <p:cNvSpPr/>
          <p:nvPr/>
        </p:nvSpPr>
        <p:spPr>
          <a:xfrm>
            <a:off x="795527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Oval 243"/>
          <p:cNvSpPr/>
          <p:nvPr/>
        </p:nvSpPr>
        <p:spPr>
          <a:xfrm>
            <a:off x="850391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Oval 244"/>
          <p:cNvSpPr/>
          <p:nvPr/>
        </p:nvSpPr>
        <p:spPr>
          <a:xfrm>
            <a:off x="905255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Oval 245"/>
          <p:cNvSpPr/>
          <p:nvPr/>
        </p:nvSpPr>
        <p:spPr>
          <a:xfrm>
            <a:off x="960119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Oval 246"/>
          <p:cNvSpPr/>
          <p:nvPr/>
        </p:nvSpPr>
        <p:spPr>
          <a:xfrm>
            <a:off x="1014983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Oval 247"/>
          <p:cNvSpPr/>
          <p:nvPr/>
        </p:nvSpPr>
        <p:spPr>
          <a:xfrm>
            <a:off x="1069847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Oval 248"/>
          <p:cNvSpPr/>
          <p:nvPr/>
        </p:nvSpPr>
        <p:spPr>
          <a:xfrm>
            <a:off x="1124711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Oval 249"/>
          <p:cNvSpPr/>
          <p:nvPr/>
        </p:nvSpPr>
        <p:spPr>
          <a:xfrm>
            <a:off x="1179575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Oval 250"/>
          <p:cNvSpPr/>
          <p:nvPr/>
        </p:nvSpPr>
        <p:spPr>
          <a:xfrm>
            <a:off x="274320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Oval 251"/>
          <p:cNvSpPr/>
          <p:nvPr/>
        </p:nvSpPr>
        <p:spPr>
          <a:xfrm>
            <a:off x="82295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Oval 252"/>
          <p:cNvSpPr/>
          <p:nvPr/>
        </p:nvSpPr>
        <p:spPr>
          <a:xfrm>
            <a:off x="1371600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Oval 253"/>
          <p:cNvSpPr/>
          <p:nvPr/>
        </p:nvSpPr>
        <p:spPr>
          <a:xfrm>
            <a:off x="1920240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Oval 254"/>
          <p:cNvSpPr/>
          <p:nvPr/>
        </p:nvSpPr>
        <p:spPr>
          <a:xfrm>
            <a:off x="2468880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Oval 255"/>
          <p:cNvSpPr/>
          <p:nvPr/>
        </p:nvSpPr>
        <p:spPr>
          <a:xfrm>
            <a:off x="3017520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Oval 256"/>
          <p:cNvSpPr/>
          <p:nvPr/>
        </p:nvSpPr>
        <p:spPr>
          <a:xfrm>
            <a:off x="3566160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Oval 257"/>
          <p:cNvSpPr/>
          <p:nvPr/>
        </p:nvSpPr>
        <p:spPr>
          <a:xfrm>
            <a:off x="4114800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Oval 258"/>
          <p:cNvSpPr/>
          <p:nvPr/>
        </p:nvSpPr>
        <p:spPr>
          <a:xfrm>
            <a:off x="4663440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Oval 259"/>
          <p:cNvSpPr/>
          <p:nvPr/>
        </p:nvSpPr>
        <p:spPr>
          <a:xfrm>
            <a:off x="521207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Oval 260"/>
          <p:cNvSpPr/>
          <p:nvPr/>
        </p:nvSpPr>
        <p:spPr>
          <a:xfrm>
            <a:off x="576071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Oval 261"/>
          <p:cNvSpPr/>
          <p:nvPr/>
        </p:nvSpPr>
        <p:spPr>
          <a:xfrm>
            <a:off x="630935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Oval 262"/>
          <p:cNvSpPr/>
          <p:nvPr/>
        </p:nvSpPr>
        <p:spPr>
          <a:xfrm>
            <a:off x="685799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Oval 263"/>
          <p:cNvSpPr/>
          <p:nvPr/>
        </p:nvSpPr>
        <p:spPr>
          <a:xfrm>
            <a:off x="740663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Oval 264"/>
          <p:cNvSpPr/>
          <p:nvPr/>
        </p:nvSpPr>
        <p:spPr>
          <a:xfrm>
            <a:off x="795527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Oval 265"/>
          <p:cNvSpPr/>
          <p:nvPr/>
        </p:nvSpPr>
        <p:spPr>
          <a:xfrm>
            <a:off x="850391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Oval 266"/>
          <p:cNvSpPr/>
          <p:nvPr/>
        </p:nvSpPr>
        <p:spPr>
          <a:xfrm>
            <a:off x="905255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Oval 267"/>
          <p:cNvSpPr/>
          <p:nvPr/>
        </p:nvSpPr>
        <p:spPr>
          <a:xfrm>
            <a:off x="960119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Oval 268"/>
          <p:cNvSpPr/>
          <p:nvPr/>
        </p:nvSpPr>
        <p:spPr>
          <a:xfrm>
            <a:off x="1014983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Oval 269"/>
          <p:cNvSpPr/>
          <p:nvPr/>
        </p:nvSpPr>
        <p:spPr>
          <a:xfrm>
            <a:off x="1069847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Oval 270"/>
          <p:cNvSpPr/>
          <p:nvPr/>
        </p:nvSpPr>
        <p:spPr>
          <a:xfrm>
            <a:off x="1124711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Oval 271"/>
          <p:cNvSpPr/>
          <p:nvPr/>
        </p:nvSpPr>
        <p:spPr>
          <a:xfrm>
            <a:off x="1179575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Oval 272"/>
          <p:cNvSpPr/>
          <p:nvPr/>
        </p:nvSpPr>
        <p:spPr>
          <a:xfrm>
            <a:off x="274320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Oval 273"/>
          <p:cNvSpPr/>
          <p:nvPr/>
        </p:nvSpPr>
        <p:spPr>
          <a:xfrm>
            <a:off x="82295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Oval 274"/>
          <p:cNvSpPr/>
          <p:nvPr/>
        </p:nvSpPr>
        <p:spPr>
          <a:xfrm>
            <a:off x="1371600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Oval 275"/>
          <p:cNvSpPr/>
          <p:nvPr/>
        </p:nvSpPr>
        <p:spPr>
          <a:xfrm>
            <a:off x="1920240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Oval 276"/>
          <p:cNvSpPr/>
          <p:nvPr/>
        </p:nvSpPr>
        <p:spPr>
          <a:xfrm>
            <a:off x="2468880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Oval 277"/>
          <p:cNvSpPr/>
          <p:nvPr/>
        </p:nvSpPr>
        <p:spPr>
          <a:xfrm>
            <a:off x="3017520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Oval 278"/>
          <p:cNvSpPr/>
          <p:nvPr/>
        </p:nvSpPr>
        <p:spPr>
          <a:xfrm>
            <a:off x="3566160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Oval 279"/>
          <p:cNvSpPr/>
          <p:nvPr/>
        </p:nvSpPr>
        <p:spPr>
          <a:xfrm>
            <a:off x="4114800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Oval 280"/>
          <p:cNvSpPr/>
          <p:nvPr/>
        </p:nvSpPr>
        <p:spPr>
          <a:xfrm>
            <a:off x="4663440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Oval 281"/>
          <p:cNvSpPr/>
          <p:nvPr/>
        </p:nvSpPr>
        <p:spPr>
          <a:xfrm>
            <a:off x="521207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Oval 282"/>
          <p:cNvSpPr/>
          <p:nvPr/>
        </p:nvSpPr>
        <p:spPr>
          <a:xfrm>
            <a:off x="576071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Oval 283"/>
          <p:cNvSpPr/>
          <p:nvPr/>
        </p:nvSpPr>
        <p:spPr>
          <a:xfrm>
            <a:off x="630935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Oval 284"/>
          <p:cNvSpPr/>
          <p:nvPr/>
        </p:nvSpPr>
        <p:spPr>
          <a:xfrm>
            <a:off x="685799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Oval 285"/>
          <p:cNvSpPr/>
          <p:nvPr/>
        </p:nvSpPr>
        <p:spPr>
          <a:xfrm>
            <a:off x="740663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Oval 286"/>
          <p:cNvSpPr/>
          <p:nvPr/>
        </p:nvSpPr>
        <p:spPr>
          <a:xfrm>
            <a:off x="795527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Oval 287"/>
          <p:cNvSpPr/>
          <p:nvPr/>
        </p:nvSpPr>
        <p:spPr>
          <a:xfrm>
            <a:off x="850391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Oval 288"/>
          <p:cNvSpPr/>
          <p:nvPr/>
        </p:nvSpPr>
        <p:spPr>
          <a:xfrm>
            <a:off x="905255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Oval 289"/>
          <p:cNvSpPr/>
          <p:nvPr/>
        </p:nvSpPr>
        <p:spPr>
          <a:xfrm>
            <a:off x="960119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Oval 290"/>
          <p:cNvSpPr/>
          <p:nvPr/>
        </p:nvSpPr>
        <p:spPr>
          <a:xfrm>
            <a:off x="1014983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Oval 291"/>
          <p:cNvSpPr/>
          <p:nvPr/>
        </p:nvSpPr>
        <p:spPr>
          <a:xfrm>
            <a:off x="1069847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Oval 292"/>
          <p:cNvSpPr/>
          <p:nvPr/>
        </p:nvSpPr>
        <p:spPr>
          <a:xfrm>
            <a:off x="1124711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Oval 293"/>
          <p:cNvSpPr/>
          <p:nvPr/>
        </p:nvSpPr>
        <p:spPr>
          <a:xfrm>
            <a:off x="1179575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Rectangle 294"/>
          <p:cNvSpPr/>
          <p:nvPr/>
        </p:nvSpPr>
        <p:spPr>
          <a:xfrm>
            <a:off x="91479" y="4257697"/>
            <a:ext cx="2583260" cy="109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Rectangle 295"/>
          <p:cNvSpPr/>
          <p:nvPr/>
        </p:nvSpPr>
        <p:spPr>
          <a:xfrm>
            <a:off x="2693717" y="1783875"/>
            <a:ext cx="3685122" cy="109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Rectangle 296"/>
          <p:cNvSpPr/>
          <p:nvPr/>
        </p:nvSpPr>
        <p:spPr>
          <a:xfrm>
            <a:off x="317987" y="5759958"/>
            <a:ext cx="2986215" cy="109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Rectangle 297"/>
          <p:cNvSpPr/>
          <p:nvPr/>
        </p:nvSpPr>
        <p:spPr>
          <a:xfrm>
            <a:off x="799690" y="634302"/>
            <a:ext cx="3215090" cy="109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Rectangle 298"/>
          <p:cNvSpPr/>
          <p:nvPr/>
        </p:nvSpPr>
        <p:spPr>
          <a:xfrm>
            <a:off x="727268" y="614919"/>
            <a:ext cx="3611562" cy="109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ectangle 299"/>
          <p:cNvSpPr/>
          <p:nvPr/>
        </p:nvSpPr>
        <p:spPr>
          <a:xfrm>
            <a:off x="806283" y="3696114"/>
            <a:ext cx="3445273" cy="109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Rectangle 300"/>
          <p:cNvSpPr/>
          <p:nvPr/>
        </p:nvSpPr>
        <p:spPr>
          <a:xfrm>
            <a:off x="9560961" y="23769"/>
            <a:ext cx="10972" cy="3302482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Rectangle 301"/>
          <p:cNvSpPr/>
          <p:nvPr/>
        </p:nvSpPr>
        <p:spPr>
          <a:xfrm>
            <a:off x="8309257" y="1244500"/>
            <a:ext cx="10972" cy="2113140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ectangle 302"/>
          <p:cNvSpPr/>
          <p:nvPr/>
        </p:nvSpPr>
        <p:spPr>
          <a:xfrm>
            <a:off x="11223090" y="1231128"/>
            <a:ext cx="10972" cy="1998413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Rectangle 303"/>
          <p:cNvSpPr/>
          <p:nvPr/>
        </p:nvSpPr>
        <p:spPr>
          <a:xfrm>
            <a:off x="1544980" y="3099795"/>
            <a:ext cx="10972" cy="2932894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Rectangle 304"/>
          <p:cNvSpPr/>
          <p:nvPr/>
        </p:nvSpPr>
        <p:spPr>
          <a:xfrm>
            <a:off x="9535068" y="2669066"/>
            <a:ext cx="10972" cy="2809453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Oval 305"/>
          <p:cNvSpPr/>
          <p:nvPr/>
        </p:nvSpPr>
        <p:spPr>
          <a:xfrm>
            <a:off x="11135004" y="2637830"/>
            <a:ext cx="54864" cy="5486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Oval 306"/>
          <p:cNvSpPr/>
          <p:nvPr/>
        </p:nvSpPr>
        <p:spPr>
          <a:xfrm>
            <a:off x="11116716" y="2619542"/>
            <a:ext cx="91440" cy="914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Oval 307"/>
          <p:cNvSpPr/>
          <p:nvPr/>
        </p:nvSpPr>
        <p:spPr>
          <a:xfrm>
            <a:off x="6514631" y="5235168"/>
            <a:ext cx="54864" cy="5486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Oval 308"/>
          <p:cNvSpPr/>
          <p:nvPr/>
        </p:nvSpPr>
        <p:spPr>
          <a:xfrm>
            <a:off x="6496343" y="5216880"/>
            <a:ext cx="91440" cy="914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Oval 309"/>
          <p:cNvSpPr/>
          <p:nvPr/>
        </p:nvSpPr>
        <p:spPr>
          <a:xfrm>
            <a:off x="7244093" y="5421252"/>
            <a:ext cx="54864" cy="5486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Oval 310"/>
          <p:cNvSpPr/>
          <p:nvPr/>
        </p:nvSpPr>
        <p:spPr>
          <a:xfrm>
            <a:off x="7225805" y="5402964"/>
            <a:ext cx="91440" cy="914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Oval 311"/>
          <p:cNvSpPr/>
          <p:nvPr/>
        </p:nvSpPr>
        <p:spPr>
          <a:xfrm>
            <a:off x="6792369" y="4516041"/>
            <a:ext cx="54864" cy="5486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Oval 312"/>
          <p:cNvSpPr/>
          <p:nvPr/>
        </p:nvSpPr>
        <p:spPr>
          <a:xfrm>
            <a:off x="6774081" y="4497753"/>
            <a:ext cx="91440" cy="914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Oval 313"/>
          <p:cNvSpPr/>
          <p:nvPr/>
        </p:nvSpPr>
        <p:spPr>
          <a:xfrm>
            <a:off x="960021" y="1770058"/>
            <a:ext cx="54864" cy="5486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Oval 314"/>
          <p:cNvSpPr/>
          <p:nvPr/>
        </p:nvSpPr>
        <p:spPr>
          <a:xfrm>
            <a:off x="941733" y="1751770"/>
            <a:ext cx="91440" cy="914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Oval 315"/>
          <p:cNvSpPr/>
          <p:nvPr/>
        </p:nvSpPr>
        <p:spPr>
          <a:xfrm>
            <a:off x="3632596" y="916859"/>
            <a:ext cx="54864" cy="5486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Oval 316"/>
          <p:cNvSpPr/>
          <p:nvPr/>
        </p:nvSpPr>
        <p:spPr>
          <a:xfrm>
            <a:off x="3614308" y="898571"/>
            <a:ext cx="91440" cy="914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Oval 317"/>
          <p:cNvSpPr/>
          <p:nvPr/>
        </p:nvSpPr>
        <p:spPr>
          <a:xfrm>
            <a:off x="3011567" y="1039040"/>
            <a:ext cx="54864" cy="5486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Oval 318"/>
          <p:cNvSpPr/>
          <p:nvPr/>
        </p:nvSpPr>
        <p:spPr>
          <a:xfrm>
            <a:off x="2993279" y="1020752"/>
            <a:ext cx="91440" cy="914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Oval 319"/>
          <p:cNvSpPr/>
          <p:nvPr/>
        </p:nvSpPr>
        <p:spPr>
          <a:xfrm>
            <a:off x="3507348" y="4119200"/>
            <a:ext cx="54864" cy="5486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Oval 320"/>
          <p:cNvSpPr/>
          <p:nvPr/>
        </p:nvSpPr>
        <p:spPr>
          <a:xfrm>
            <a:off x="3489060" y="4100912"/>
            <a:ext cx="91440" cy="914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Oval 321"/>
          <p:cNvSpPr/>
          <p:nvPr/>
        </p:nvSpPr>
        <p:spPr>
          <a:xfrm>
            <a:off x="4460430" y="2589708"/>
            <a:ext cx="54864" cy="5486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Oval 322"/>
          <p:cNvSpPr/>
          <p:nvPr/>
        </p:nvSpPr>
        <p:spPr>
          <a:xfrm>
            <a:off x="4442142" y="2571420"/>
            <a:ext cx="91440" cy="914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Oval 323"/>
          <p:cNvSpPr/>
          <p:nvPr/>
        </p:nvSpPr>
        <p:spPr>
          <a:xfrm>
            <a:off x="2756078" y="1995184"/>
            <a:ext cx="54864" cy="5486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Oval 324"/>
          <p:cNvSpPr/>
          <p:nvPr/>
        </p:nvSpPr>
        <p:spPr>
          <a:xfrm>
            <a:off x="2737790" y="1976896"/>
            <a:ext cx="91440" cy="914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Rectangle 325"/>
          <p:cNvSpPr/>
          <p:nvPr/>
        </p:nvSpPr>
        <p:spPr>
          <a:xfrm>
            <a:off x="0" y="182880"/>
            <a:ext cx="4114800" cy="1828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Rectangle 326"/>
          <p:cNvSpPr/>
          <p:nvPr/>
        </p:nvSpPr>
        <p:spPr>
          <a:xfrm>
            <a:off x="0" y="320040"/>
            <a:ext cx="2743200" cy="13716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Rectangle 327"/>
          <p:cNvSpPr/>
          <p:nvPr/>
        </p:nvSpPr>
        <p:spPr>
          <a:xfrm>
            <a:off x="8046720" y="6446520"/>
            <a:ext cx="4114800" cy="18288"/>
          </a:xfrm>
          <a:prstGeom prst="rect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Rectangle 328"/>
          <p:cNvSpPr/>
          <p:nvPr/>
        </p:nvSpPr>
        <p:spPr>
          <a:xfrm>
            <a:off x="9418320" y="6309360"/>
            <a:ext cx="2743200" cy="1371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Rectangle 329"/>
          <p:cNvSpPr/>
          <p:nvPr/>
        </p:nvSpPr>
        <p:spPr>
          <a:xfrm>
            <a:off x="5029200" y="0"/>
            <a:ext cx="9144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Rectangle 330"/>
          <p:cNvSpPr/>
          <p:nvPr/>
        </p:nvSpPr>
        <p:spPr>
          <a:xfrm>
            <a:off x="5166360" y="0"/>
            <a:ext cx="9144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Rectangle 331"/>
          <p:cNvSpPr/>
          <p:nvPr/>
        </p:nvSpPr>
        <p:spPr>
          <a:xfrm>
            <a:off x="5303520" y="0"/>
            <a:ext cx="9144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Rectangle 332"/>
          <p:cNvSpPr/>
          <p:nvPr/>
        </p:nvSpPr>
        <p:spPr>
          <a:xfrm>
            <a:off x="0" y="137160"/>
            <a:ext cx="12191695" cy="548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Rectangle 333"/>
          <p:cNvSpPr/>
          <p:nvPr/>
        </p:nvSpPr>
        <p:spPr>
          <a:xfrm>
            <a:off x="0" y="978408"/>
            <a:ext cx="12191695" cy="548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Rectangle 334"/>
          <p:cNvSpPr/>
          <p:nvPr/>
        </p:nvSpPr>
        <p:spPr>
          <a:xfrm>
            <a:off x="0" y="1819656"/>
            <a:ext cx="12191695" cy="548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Rectangle 335"/>
          <p:cNvSpPr/>
          <p:nvPr/>
        </p:nvSpPr>
        <p:spPr>
          <a:xfrm>
            <a:off x="0" y="2660904"/>
            <a:ext cx="12191695" cy="548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Rectangle 336"/>
          <p:cNvSpPr/>
          <p:nvPr/>
        </p:nvSpPr>
        <p:spPr>
          <a:xfrm>
            <a:off x="0" y="3502152"/>
            <a:ext cx="12191695" cy="548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Rectangle 337"/>
          <p:cNvSpPr/>
          <p:nvPr/>
        </p:nvSpPr>
        <p:spPr>
          <a:xfrm>
            <a:off x="0" y="4343400"/>
            <a:ext cx="12191695" cy="548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Rectangle 338"/>
          <p:cNvSpPr/>
          <p:nvPr/>
        </p:nvSpPr>
        <p:spPr>
          <a:xfrm>
            <a:off x="0" y="5184648"/>
            <a:ext cx="12191695" cy="548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Rectangle 339"/>
          <p:cNvSpPr/>
          <p:nvPr/>
        </p:nvSpPr>
        <p:spPr>
          <a:xfrm>
            <a:off x="0" y="6025896"/>
            <a:ext cx="12191695" cy="548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Oval 340"/>
          <p:cNvSpPr/>
          <p:nvPr/>
        </p:nvSpPr>
        <p:spPr>
          <a:xfrm>
            <a:off x="4835217" y="1361247"/>
            <a:ext cx="94339" cy="94339"/>
          </a:xfrm>
          <a:prstGeom prst="ellipse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Oval 341"/>
          <p:cNvSpPr/>
          <p:nvPr/>
        </p:nvSpPr>
        <p:spPr>
          <a:xfrm>
            <a:off x="6347216" y="4515070"/>
            <a:ext cx="91141" cy="91141"/>
          </a:xfrm>
          <a:prstGeom prst="ellipse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Oval 342"/>
          <p:cNvSpPr/>
          <p:nvPr/>
        </p:nvSpPr>
        <p:spPr>
          <a:xfrm>
            <a:off x="1768894" y="6349443"/>
            <a:ext cx="44408" cy="44408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Oval 343"/>
          <p:cNvSpPr/>
          <p:nvPr/>
        </p:nvSpPr>
        <p:spPr>
          <a:xfrm>
            <a:off x="5353617" y="2195498"/>
            <a:ext cx="64476" cy="64476"/>
          </a:xfrm>
          <a:prstGeom prst="ellipse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Oval 344"/>
          <p:cNvSpPr/>
          <p:nvPr/>
        </p:nvSpPr>
        <p:spPr>
          <a:xfrm>
            <a:off x="1585861" y="5312615"/>
            <a:ext cx="58162" cy="58162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Oval 345"/>
          <p:cNvSpPr/>
          <p:nvPr/>
        </p:nvSpPr>
        <p:spPr>
          <a:xfrm>
            <a:off x="5370210" y="1419817"/>
            <a:ext cx="47888" cy="47888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Oval 346"/>
          <p:cNvSpPr/>
          <p:nvPr/>
        </p:nvSpPr>
        <p:spPr>
          <a:xfrm>
            <a:off x="11604956" y="4210089"/>
            <a:ext cx="97515" cy="97515"/>
          </a:xfrm>
          <a:prstGeom prst="ellipse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Oval 347"/>
          <p:cNvSpPr/>
          <p:nvPr/>
        </p:nvSpPr>
        <p:spPr>
          <a:xfrm>
            <a:off x="9726414" y="4568740"/>
            <a:ext cx="69334" cy="69334"/>
          </a:xfrm>
          <a:prstGeom prst="ellipse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Oval 348"/>
          <p:cNvSpPr/>
          <p:nvPr/>
        </p:nvSpPr>
        <p:spPr>
          <a:xfrm>
            <a:off x="974463" y="1096331"/>
            <a:ext cx="37450" cy="3745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Oval 349"/>
          <p:cNvSpPr/>
          <p:nvPr/>
        </p:nvSpPr>
        <p:spPr>
          <a:xfrm>
            <a:off x="10439447" y="4646868"/>
            <a:ext cx="77961" cy="77961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Oval 350"/>
          <p:cNvSpPr/>
          <p:nvPr/>
        </p:nvSpPr>
        <p:spPr>
          <a:xfrm>
            <a:off x="6668467" y="713150"/>
            <a:ext cx="54870" cy="54870"/>
          </a:xfrm>
          <a:prstGeom prst="ellipse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Oval 351"/>
          <p:cNvSpPr/>
          <p:nvPr/>
        </p:nvSpPr>
        <p:spPr>
          <a:xfrm>
            <a:off x="11603437" y="2455060"/>
            <a:ext cx="38153" cy="38153"/>
          </a:xfrm>
          <a:prstGeom prst="ellipse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Oval 352"/>
          <p:cNvSpPr/>
          <p:nvPr/>
        </p:nvSpPr>
        <p:spPr>
          <a:xfrm>
            <a:off x="6860823" y="3934604"/>
            <a:ext cx="75416" cy="75416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Oval 353"/>
          <p:cNvSpPr/>
          <p:nvPr/>
        </p:nvSpPr>
        <p:spPr>
          <a:xfrm>
            <a:off x="3831632" y="2853451"/>
            <a:ext cx="84921" cy="84921"/>
          </a:xfrm>
          <a:prstGeom prst="ellipse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Oval 354"/>
          <p:cNvSpPr/>
          <p:nvPr/>
        </p:nvSpPr>
        <p:spPr>
          <a:xfrm>
            <a:off x="5750328" y="4098430"/>
            <a:ext cx="98027" cy="98027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Oval 355"/>
          <p:cNvSpPr/>
          <p:nvPr/>
        </p:nvSpPr>
        <p:spPr>
          <a:xfrm>
            <a:off x="9803789" y="397143"/>
            <a:ext cx="57201" cy="57201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Oval 356"/>
          <p:cNvSpPr/>
          <p:nvPr/>
        </p:nvSpPr>
        <p:spPr>
          <a:xfrm>
            <a:off x="5447626" y="4969001"/>
            <a:ext cx="81875" cy="81875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Oval 357"/>
          <p:cNvSpPr/>
          <p:nvPr/>
        </p:nvSpPr>
        <p:spPr>
          <a:xfrm>
            <a:off x="8872455" y="1060573"/>
            <a:ext cx="59183" cy="59183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Oval 358"/>
          <p:cNvSpPr/>
          <p:nvPr/>
        </p:nvSpPr>
        <p:spPr>
          <a:xfrm>
            <a:off x="8934753" y="2895632"/>
            <a:ext cx="66810" cy="6681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Oval 359"/>
          <p:cNvSpPr/>
          <p:nvPr/>
        </p:nvSpPr>
        <p:spPr>
          <a:xfrm>
            <a:off x="718963" y="6269433"/>
            <a:ext cx="97109" cy="97109"/>
          </a:xfrm>
          <a:prstGeom prst="ellipse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Oval 360"/>
          <p:cNvSpPr/>
          <p:nvPr/>
        </p:nvSpPr>
        <p:spPr>
          <a:xfrm>
            <a:off x="8870331" y="5019754"/>
            <a:ext cx="67484" cy="67484"/>
          </a:xfrm>
          <a:prstGeom prst="ellipse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Oval 361"/>
          <p:cNvSpPr/>
          <p:nvPr/>
        </p:nvSpPr>
        <p:spPr>
          <a:xfrm>
            <a:off x="1235623" y="4509817"/>
            <a:ext cx="70418" cy="70418"/>
          </a:xfrm>
          <a:prstGeom prst="ellipse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Oval 362"/>
          <p:cNvSpPr/>
          <p:nvPr/>
        </p:nvSpPr>
        <p:spPr>
          <a:xfrm>
            <a:off x="2404733" y="4806135"/>
            <a:ext cx="39306" cy="39306"/>
          </a:xfrm>
          <a:prstGeom prst="ellipse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Oval 363"/>
          <p:cNvSpPr/>
          <p:nvPr/>
        </p:nvSpPr>
        <p:spPr>
          <a:xfrm>
            <a:off x="2518251" y="2610412"/>
            <a:ext cx="75306" cy="75306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Oval 364"/>
          <p:cNvSpPr/>
          <p:nvPr/>
        </p:nvSpPr>
        <p:spPr>
          <a:xfrm>
            <a:off x="6375392" y="2664231"/>
            <a:ext cx="80753" cy="80753"/>
          </a:xfrm>
          <a:prstGeom prst="ellipse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Oval 365"/>
          <p:cNvSpPr/>
          <p:nvPr/>
        </p:nvSpPr>
        <p:spPr>
          <a:xfrm>
            <a:off x="3069473" y="5571498"/>
            <a:ext cx="38829" cy="38829"/>
          </a:xfrm>
          <a:prstGeom prst="ellipse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Oval 366"/>
          <p:cNvSpPr/>
          <p:nvPr/>
        </p:nvSpPr>
        <p:spPr>
          <a:xfrm>
            <a:off x="11772815" y="2672299"/>
            <a:ext cx="60213" cy="60213"/>
          </a:xfrm>
          <a:prstGeom prst="ellipse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Oval 367"/>
          <p:cNvSpPr/>
          <p:nvPr/>
        </p:nvSpPr>
        <p:spPr>
          <a:xfrm>
            <a:off x="10318903" y="3573868"/>
            <a:ext cx="74940" cy="749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Rectangle 368"/>
          <p:cNvSpPr/>
          <p:nvPr/>
        </p:nvSpPr>
        <p:spPr>
          <a:xfrm>
            <a:off x="137160" y="137160"/>
            <a:ext cx="347472" cy="4114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Rectangle 369"/>
          <p:cNvSpPr/>
          <p:nvPr/>
        </p:nvSpPr>
        <p:spPr>
          <a:xfrm>
            <a:off x="137160" y="137160"/>
            <a:ext cx="41148" cy="3474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Rectangle 370"/>
          <p:cNvSpPr/>
          <p:nvPr/>
        </p:nvSpPr>
        <p:spPr>
          <a:xfrm>
            <a:off x="11707063" y="137160"/>
            <a:ext cx="347472" cy="41148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Rectangle 371"/>
          <p:cNvSpPr/>
          <p:nvPr/>
        </p:nvSpPr>
        <p:spPr>
          <a:xfrm>
            <a:off x="12013387" y="137160"/>
            <a:ext cx="41148" cy="347472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Rectangle 372"/>
          <p:cNvSpPr/>
          <p:nvPr/>
        </p:nvSpPr>
        <p:spPr>
          <a:xfrm>
            <a:off x="137160" y="6679692"/>
            <a:ext cx="347472" cy="41148"/>
          </a:xfrm>
          <a:prstGeom prst="rect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Rectangle 373"/>
          <p:cNvSpPr/>
          <p:nvPr/>
        </p:nvSpPr>
        <p:spPr>
          <a:xfrm>
            <a:off x="137160" y="6373368"/>
            <a:ext cx="41148" cy="347472"/>
          </a:xfrm>
          <a:prstGeom prst="rect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Rectangle 374"/>
          <p:cNvSpPr/>
          <p:nvPr/>
        </p:nvSpPr>
        <p:spPr>
          <a:xfrm>
            <a:off x="11707063" y="6679692"/>
            <a:ext cx="347472" cy="4114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Rectangle 375"/>
          <p:cNvSpPr/>
          <p:nvPr/>
        </p:nvSpPr>
        <p:spPr>
          <a:xfrm>
            <a:off x="12013387" y="6373368"/>
            <a:ext cx="41148" cy="3474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Rectangle 376"/>
          <p:cNvSpPr/>
          <p:nvPr/>
        </p:nvSpPr>
        <p:spPr>
          <a:xfrm>
            <a:off x="54864" y="54864"/>
            <a:ext cx="12081967" cy="2286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Rectangle 377"/>
          <p:cNvSpPr/>
          <p:nvPr/>
        </p:nvSpPr>
        <p:spPr>
          <a:xfrm>
            <a:off x="54864" y="6780276"/>
            <a:ext cx="12081967" cy="2286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Rectangle 378"/>
          <p:cNvSpPr/>
          <p:nvPr/>
        </p:nvSpPr>
        <p:spPr>
          <a:xfrm>
            <a:off x="54864" y="54864"/>
            <a:ext cx="22860" cy="6748272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Rectangle 379"/>
          <p:cNvSpPr/>
          <p:nvPr/>
        </p:nvSpPr>
        <p:spPr>
          <a:xfrm>
            <a:off x="12113971" y="54864"/>
            <a:ext cx="22860" cy="6748272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Rectangle 380"/>
          <p:cNvSpPr/>
          <p:nvPr/>
        </p:nvSpPr>
        <p:spPr>
          <a:xfrm>
            <a:off x="82296" y="82296"/>
            <a:ext cx="12027103" cy="16459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Rectangle 381"/>
          <p:cNvSpPr/>
          <p:nvPr/>
        </p:nvSpPr>
        <p:spPr>
          <a:xfrm>
            <a:off x="82296" y="6759245"/>
            <a:ext cx="12027103" cy="16459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Rectangle 382"/>
          <p:cNvSpPr/>
          <p:nvPr/>
        </p:nvSpPr>
        <p:spPr>
          <a:xfrm>
            <a:off x="109728" y="109728"/>
            <a:ext cx="11972239" cy="109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Rectangle 383"/>
          <p:cNvSpPr/>
          <p:nvPr/>
        </p:nvSpPr>
        <p:spPr>
          <a:xfrm>
            <a:off x="109728" y="6737300"/>
            <a:ext cx="11972239" cy="109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Rectangle 384"/>
          <p:cNvSpPr/>
          <p:nvPr/>
        </p:nvSpPr>
        <p:spPr>
          <a:xfrm>
            <a:off x="109728" y="109728"/>
            <a:ext cx="10972" cy="663854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Rectangle 385"/>
          <p:cNvSpPr/>
          <p:nvPr/>
        </p:nvSpPr>
        <p:spPr>
          <a:xfrm>
            <a:off x="12070995" y="109728"/>
            <a:ext cx="10972" cy="663854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Rectangle 386"/>
          <p:cNvSpPr/>
          <p:nvPr/>
        </p:nvSpPr>
        <p:spPr>
          <a:xfrm>
            <a:off x="457200" y="365760"/>
            <a:ext cx="109728" cy="82296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Rectangle 387"/>
          <p:cNvSpPr/>
          <p:nvPr/>
        </p:nvSpPr>
        <p:spPr>
          <a:xfrm>
            <a:off x="566928" y="365760"/>
            <a:ext cx="36576" cy="822960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TextBox 388"/>
          <p:cNvSpPr txBox="1"/>
          <p:nvPr/>
        </p:nvSpPr>
        <p:spPr>
          <a:xfrm>
            <a:off x="713232" y="38404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00E5FF"/>
                </a:solidFill>
                <a:latin typeface="Microsoft YaHei"/>
              </a:rPr>
              <a:t>◢</a:t>
            </a:r>
          </a:p>
        </p:txBody>
      </p:sp>
      <p:sp>
        <p:nvSpPr>
          <p:cNvPr id="390" name="TextBox 389"/>
          <p:cNvSpPr txBox="1"/>
          <p:nvPr/>
        </p:nvSpPr>
        <p:spPr>
          <a:xfrm>
            <a:off x="1143000" y="347472"/>
            <a:ext cx="100584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200" b="1">
                <a:solidFill>
                  <a:srgbClr val="FFFFFF"/>
                </a:solidFill>
                <a:latin typeface="Microsoft YaHei"/>
              </a:rPr>
              <a:t>四层解耦·全栈自研架构</a:t>
            </a:r>
          </a:p>
        </p:txBody>
      </p:sp>
      <p:sp>
        <p:nvSpPr>
          <p:cNvPr id="391" name="TextBox 390"/>
          <p:cNvSpPr txBox="1"/>
          <p:nvPr/>
        </p:nvSpPr>
        <p:spPr>
          <a:xfrm>
            <a:off x="1143000" y="932688"/>
            <a:ext cx="100584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00E5FF"/>
                </a:solidFill>
                <a:latin typeface="Microsoft YaHei"/>
              </a:rPr>
              <a:t>全栈自研 · Vue3+FastAPI+ArkTS</a:t>
            </a:r>
          </a:p>
        </p:txBody>
      </p:sp>
      <p:sp>
        <p:nvSpPr>
          <p:cNvPr id="392" name="Rectangle 391"/>
          <p:cNvSpPr/>
          <p:nvPr/>
        </p:nvSpPr>
        <p:spPr>
          <a:xfrm>
            <a:off x="1143000" y="1298448"/>
            <a:ext cx="3200400" cy="2743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Rectangle 392"/>
          <p:cNvSpPr/>
          <p:nvPr/>
        </p:nvSpPr>
        <p:spPr>
          <a:xfrm>
            <a:off x="4343400" y="1298448"/>
            <a:ext cx="2286000" cy="27432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Rectangle 393"/>
          <p:cNvSpPr/>
          <p:nvPr/>
        </p:nvSpPr>
        <p:spPr>
          <a:xfrm>
            <a:off x="6629400" y="1298448"/>
            <a:ext cx="1828800" cy="27432"/>
          </a:xfrm>
          <a:prstGeom prst="rect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Rectangle 394"/>
          <p:cNvSpPr/>
          <p:nvPr/>
        </p:nvSpPr>
        <p:spPr>
          <a:xfrm>
            <a:off x="8458200" y="1298448"/>
            <a:ext cx="1645920" cy="27432"/>
          </a:xfrm>
          <a:prstGeom prst="rect">
            <a:avLst/>
          </a:prstGeom>
          <a:solidFill>
            <a:srgbClr val="F5B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Rectangle 395"/>
          <p:cNvSpPr/>
          <p:nvPr/>
        </p:nvSpPr>
        <p:spPr>
          <a:xfrm>
            <a:off x="10104120" y="1298448"/>
            <a:ext cx="1097280" cy="2743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Rectangle 396"/>
          <p:cNvSpPr/>
          <p:nvPr/>
        </p:nvSpPr>
        <p:spPr>
          <a:xfrm>
            <a:off x="1097280" y="347472"/>
            <a:ext cx="10515600" cy="987552"/>
          </a:xfrm>
          <a:prstGeom prst="rect">
            <a:avLst/>
          </a:prstGeom>
          <a:solidFill>
            <a:srgbClr val="1A0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Oval 397"/>
          <p:cNvSpPr/>
          <p:nvPr/>
        </p:nvSpPr>
        <p:spPr>
          <a:xfrm>
            <a:off x="11247120" y="274320"/>
            <a:ext cx="640080" cy="64008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Oval 398"/>
          <p:cNvSpPr/>
          <p:nvPr/>
        </p:nvSpPr>
        <p:spPr>
          <a:xfrm>
            <a:off x="11292840" y="320040"/>
            <a:ext cx="548640" cy="548640"/>
          </a:xfrm>
          <a:prstGeom prst="ellipse">
            <a:avLst/>
          </a:prstGeom>
          <a:solidFill>
            <a:srgbClr val="1A0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TextBox 399"/>
          <p:cNvSpPr txBox="1"/>
          <p:nvPr/>
        </p:nvSpPr>
        <p:spPr>
          <a:xfrm>
            <a:off x="11247120" y="320040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2000" b="1">
                <a:solidFill>
                  <a:srgbClr val="00E5FF"/>
                </a:solidFill>
                <a:latin typeface="Microsoft YaHei"/>
              </a:rPr>
              <a:t>04</a:t>
            </a:r>
          </a:p>
        </p:txBody>
      </p:sp>
      <p:sp>
        <p:nvSpPr>
          <p:cNvPr id="401" name="Rounded Rectangle 400"/>
          <p:cNvSpPr/>
          <p:nvPr/>
        </p:nvSpPr>
        <p:spPr>
          <a:xfrm>
            <a:off x="731520" y="1554480"/>
            <a:ext cx="6400800" cy="777240"/>
          </a:xfrm>
          <a:prstGeom prst="roundRect">
            <a:avLst/>
          </a:prstGeom>
          <a:solidFill>
            <a:srgbClr val="12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Rectangle 401"/>
          <p:cNvSpPr/>
          <p:nvPr/>
        </p:nvSpPr>
        <p:spPr>
          <a:xfrm>
            <a:off x="731520" y="1554480"/>
            <a:ext cx="91440" cy="77724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TextBox 402"/>
          <p:cNvSpPr txBox="1"/>
          <p:nvPr/>
        </p:nvSpPr>
        <p:spPr>
          <a:xfrm>
            <a:off x="1005840" y="164592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4FC3F7"/>
                </a:solidFill>
                <a:latin typeface="Microsoft YaHei"/>
              </a:rPr>
              <a:t>前端层</a:t>
            </a:r>
          </a:p>
        </p:txBody>
      </p:sp>
      <p:sp>
        <p:nvSpPr>
          <p:cNvPr id="404" name="TextBox 403"/>
          <p:cNvSpPr txBox="1"/>
          <p:nvPr/>
        </p:nvSpPr>
        <p:spPr>
          <a:xfrm>
            <a:off x="2743200" y="164592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Vue3 + ArkTS</a:t>
            </a:r>
          </a:p>
        </p:txBody>
      </p:sp>
      <p:sp>
        <p:nvSpPr>
          <p:cNvPr id="405" name="TextBox 404"/>
          <p:cNvSpPr txBox="1"/>
          <p:nvPr/>
        </p:nvSpPr>
        <p:spPr>
          <a:xfrm>
            <a:off x="4572000" y="164592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E8EEF7"/>
                </a:solidFill>
                <a:latin typeface="Microsoft YaHei"/>
              </a:rPr>
              <a:t>Web 与鸿蒙多端协同</a:t>
            </a:r>
          </a:p>
        </p:txBody>
      </p:sp>
      <p:sp>
        <p:nvSpPr>
          <p:cNvPr id="406" name="Rounded Rectangle 405"/>
          <p:cNvSpPr/>
          <p:nvPr/>
        </p:nvSpPr>
        <p:spPr>
          <a:xfrm>
            <a:off x="731520" y="2423160"/>
            <a:ext cx="6400800" cy="777240"/>
          </a:xfrm>
          <a:prstGeom prst="roundRect">
            <a:avLst/>
          </a:prstGeom>
          <a:solidFill>
            <a:srgbClr val="12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" name="Rectangle 406"/>
          <p:cNvSpPr/>
          <p:nvPr/>
        </p:nvSpPr>
        <p:spPr>
          <a:xfrm>
            <a:off x="731520" y="2423160"/>
            <a:ext cx="91440" cy="777240"/>
          </a:xfrm>
          <a:prstGeom prst="rect">
            <a:avLst/>
          </a:prstGeom>
          <a:solidFill>
            <a:srgbClr val="F5B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" name="TextBox 407"/>
          <p:cNvSpPr txBox="1"/>
          <p:nvPr/>
        </p:nvSpPr>
        <p:spPr>
          <a:xfrm>
            <a:off x="1005840" y="251460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F5B642"/>
                </a:solidFill>
                <a:latin typeface="Microsoft YaHei"/>
              </a:rPr>
              <a:t>服务层</a:t>
            </a:r>
          </a:p>
        </p:txBody>
      </p:sp>
      <p:sp>
        <p:nvSpPr>
          <p:cNvPr id="409" name="TextBox 408"/>
          <p:cNvSpPr txBox="1"/>
          <p:nvPr/>
        </p:nvSpPr>
        <p:spPr>
          <a:xfrm>
            <a:off x="2743200" y="25146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FastAPI</a:t>
            </a:r>
          </a:p>
        </p:txBody>
      </p:sp>
      <p:sp>
        <p:nvSpPr>
          <p:cNvPr id="410" name="TextBox 409"/>
          <p:cNvSpPr txBox="1"/>
          <p:nvPr/>
        </p:nvSpPr>
        <p:spPr>
          <a:xfrm>
            <a:off x="4572000" y="251460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E8EEF7"/>
                </a:solidFill>
                <a:latin typeface="Microsoft YaHei"/>
              </a:rPr>
              <a:t>工作流编排与评分 API</a:t>
            </a:r>
          </a:p>
        </p:txBody>
      </p:sp>
      <p:sp>
        <p:nvSpPr>
          <p:cNvPr id="411" name="Rounded Rectangle 410"/>
          <p:cNvSpPr/>
          <p:nvPr/>
        </p:nvSpPr>
        <p:spPr>
          <a:xfrm>
            <a:off x="731520" y="3291840"/>
            <a:ext cx="6400800" cy="777240"/>
          </a:xfrm>
          <a:prstGeom prst="roundRect">
            <a:avLst/>
          </a:prstGeom>
          <a:solidFill>
            <a:srgbClr val="12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Rectangle 411"/>
          <p:cNvSpPr/>
          <p:nvPr/>
        </p:nvSpPr>
        <p:spPr>
          <a:xfrm>
            <a:off x="731520" y="3291840"/>
            <a:ext cx="91440" cy="777240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TextBox 412"/>
          <p:cNvSpPr txBox="1"/>
          <p:nvPr/>
        </p:nvSpPr>
        <p:spPr>
          <a:xfrm>
            <a:off x="1005840" y="338328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9C27B0"/>
                </a:solidFill>
                <a:latin typeface="Microsoft YaHei"/>
              </a:rPr>
              <a:t>智能体层</a:t>
            </a:r>
          </a:p>
        </p:txBody>
      </p:sp>
      <p:sp>
        <p:nvSpPr>
          <p:cNvPr id="414" name="TextBox 413"/>
          <p:cNvSpPr txBox="1"/>
          <p:nvPr/>
        </p:nvSpPr>
        <p:spPr>
          <a:xfrm>
            <a:off x="2743200" y="33832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Python</a:t>
            </a:r>
          </a:p>
        </p:txBody>
      </p:sp>
      <p:sp>
        <p:nvSpPr>
          <p:cNvPr id="415" name="TextBox 414"/>
          <p:cNvSpPr txBox="1"/>
          <p:nvPr/>
        </p:nvSpPr>
        <p:spPr>
          <a:xfrm>
            <a:off x="4572000" y="338328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E8EEF7"/>
                </a:solidFill>
                <a:latin typeface="Microsoft YaHei"/>
              </a:rPr>
              <a:t>多智能体协作与工具调用</a:t>
            </a:r>
          </a:p>
        </p:txBody>
      </p:sp>
      <p:sp>
        <p:nvSpPr>
          <p:cNvPr id="416" name="Rounded Rectangle 415"/>
          <p:cNvSpPr/>
          <p:nvPr/>
        </p:nvSpPr>
        <p:spPr>
          <a:xfrm>
            <a:off x="731520" y="4160520"/>
            <a:ext cx="6400800" cy="777240"/>
          </a:xfrm>
          <a:prstGeom prst="roundRect">
            <a:avLst/>
          </a:prstGeom>
          <a:solidFill>
            <a:srgbClr val="12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" name="Rectangle 416"/>
          <p:cNvSpPr/>
          <p:nvPr/>
        </p:nvSpPr>
        <p:spPr>
          <a:xfrm>
            <a:off x="731520" y="4160520"/>
            <a:ext cx="91440" cy="77724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TextBox 417"/>
          <p:cNvSpPr txBox="1"/>
          <p:nvPr/>
        </p:nvSpPr>
        <p:spPr>
          <a:xfrm>
            <a:off x="1005840" y="425196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4CAF50"/>
                </a:solidFill>
                <a:latin typeface="Microsoft YaHei"/>
              </a:rPr>
              <a:t>存证层</a:t>
            </a:r>
          </a:p>
        </p:txBody>
      </p:sp>
      <p:sp>
        <p:nvSpPr>
          <p:cNvPr id="419" name="TextBox 418"/>
          <p:cNvSpPr txBox="1"/>
          <p:nvPr/>
        </p:nvSpPr>
        <p:spPr>
          <a:xfrm>
            <a:off x="2743200" y="42519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Solidity</a:t>
            </a:r>
          </a:p>
        </p:txBody>
      </p:sp>
      <p:sp>
        <p:nvSpPr>
          <p:cNvPr id="420" name="TextBox 419"/>
          <p:cNvSpPr txBox="1"/>
          <p:nvPr/>
        </p:nvSpPr>
        <p:spPr>
          <a:xfrm>
            <a:off x="4572000" y="425196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E8EEF7"/>
                </a:solidFill>
                <a:latin typeface="Microsoft YaHei"/>
              </a:rPr>
              <a:t>执行哈希写入 BOT Chain</a:t>
            </a:r>
          </a:p>
        </p:txBody>
      </p:sp>
      <p:sp>
        <p:nvSpPr>
          <p:cNvPr id="421" name="TextBox 420"/>
          <p:cNvSpPr txBox="1"/>
          <p:nvPr/>
        </p:nvSpPr>
        <p:spPr>
          <a:xfrm>
            <a:off x="731520" y="51206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9AA5B5"/>
                </a:solidFill>
                <a:latin typeface="Microsoft YaHei"/>
              </a:rPr>
              <a:t>数据层：工作流、执行记录、评分记录三层结构化沉淀</a:t>
            </a:r>
          </a:p>
        </p:txBody>
      </p:sp>
      <p:sp>
        <p:nvSpPr>
          <p:cNvPr id="422" name="Rounded Rectangle 421"/>
          <p:cNvSpPr/>
          <p:nvPr/>
        </p:nvSpPr>
        <p:spPr>
          <a:xfrm>
            <a:off x="7498079" y="1554480"/>
            <a:ext cx="1920240" cy="914400"/>
          </a:xfrm>
          <a:prstGeom prst="roundRect">
            <a:avLst/>
          </a:prstGeom>
          <a:solidFill>
            <a:srgbClr val="12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" name="Rectangle 422"/>
          <p:cNvSpPr/>
          <p:nvPr/>
        </p:nvSpPr>
        <p:spPr>
          <a:xfrm>
            <a:off x="7498079" y="1554480"/>
            <a:ext cx="1920240" cy="54864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" name="TextBox 423"/>
          <p:cNvSpPr txBox="1"/>
          <p:nvPr/>
        </p:nvSpPr>
        <p:spPr>
          <a:xfrm>
            <a:off x="7635239" y="164592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4CAF50"/>
                </a:solidFill>
                <a:latin typeface="Microsoft YaHei"/>
              </a:rPr>
              <a:t>Vue3</a:t>
            </a:r>
          </a:p>
        </p:txBody>
      </p:sp>
      <p:sp>
        <p:nvSpPr>
          <p:cNvPr id="425" name="TextBox 424"/>
          <p:cNvSpPr txBox="1"/>
          <p:nvPr/>
        </p:nvSpPr>
        <p:spPr>
          <a:xfrm>
            <a:off x="7635239" y="2057400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E8EEF7"/>
                </a:solidFill>
                <a:latin typeface="Microsoft YaHei"/>
              </a:rPr>
              <a:t>前端</a:t>
            </a:r>
          </a:p>
        </p:txBody>
      </p:sp>
      <p:sp>
        <p:nvSpPr>
          <p:cNvPr id="426" name="Rounded Rectangle 425"/>
          <p:cNvSpPr/>
          <p:nvPr/>
        </p:nvSpPr>
        <p:spPr>
          <a:xfrm>
            <a:off x="9601199" y="1554480"/>
            <a:ext cx="1920240" cy="914400"/>
          </a:xfrm>
          <a:prstGeom prst="roundRect">
            <a:avLst/>
          </a:prstGeom>
          <a:solidFill>
            <a:srgbClr val="12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" name="Rectangle 426"/>
          <p:cNvSpPr/>
          <p:nvPr/>
        </p:nvSpPr>
        <p:spPr>
          <a:xfrm>
            <a:off x="9601199" y="1554480"/>
            <a:ext cx="1920240" cy="54864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" name="TextBox 427"/>
          <p:cNvSpPr txBox="1"/>
          <p:nvPr/>
        </p:nvSpPr>
        <p:spPr>
          <a:xfrm>
            <a:off x="9738359" y="164592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4FC3F7"/>
                </a:solidFill>
                <a:latin typeface="Microsoft YaHei"/>
              </a:rPr>
              <a:t>ArkTS</a:t>
            </a:r>
          </a:p>
        </p:txBody>
      </p:sp>
      <p:sp>
        <p:nvSpPr>
          <p:cNvPr id="429" name="TextBox 428"/>
          <p:cNvSpPr txBox="1"/>
          <p:nvPr/>
        </p:nvSpPr>
        <p:spPr>
          <a:xfrm>
            <a:off x="9738359" y="2057400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E8EEF7"/>
                </a:solidFill>
                <a:latin typeface="Microsoft YaHei"/>
              </a:rPr>
              <a:t>鸿蒙</a:t>
            </a:r>
          </a:p>
        </p:txBody>
      </p:sp>
      <p:sp>
        <p:nvSpPr>
          <p:cNvPr id="430" name="Rounded Rectangle 429"/>
          <p:cNvSpPr/>
          <p:nvPr/>
        </p:nvSpPr>
        <p:spPr>
          <a:xfrm>
            <a:off x="7498079" y="2606040"/>
            <a:ext cx="1920240" cy="914400"/>
          </a:xfrm>
          <a:prstGeom prst="roundRect">
            <a:avLst/>
          </a:prstGeom>
          <a:solidFill>
            <a:srgbClr val="12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" name="Rectangle 430"/>
          <p:cNvSpPr/>
          <p:nvPr/>
        </p:nvSpPr>
        <p:spPr>
          <a:xfrm>
            <a:off x="7498079" y="2606040"/>
            <a:ext cx="1920240" cy="54864"/>
          </a:xfrm>
          <a:prstGeom prst="rect">
            <a:avLst/>
          </a:prstGeom>
          <a:solidFill>
            <a:srgbClr val="F5B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" name="TextBox 431"/>
          <p:cNvSpPr txBox="1"/>
          <p:nvPr/>
        </p:nvSpPr>
        <p:spPr>
          <a:xfrm>
            <a:off x="7635239" y="269748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F5B642"/>
                </a:solidFill>
                <a:latin typeface="Microsoft YaHei"/>
              </a:rPr>
              <a:t>FastAPI</a:t>
            </a:r>
          </a:p>
        </p:txBody>
      </p:sp>
      <p:sp>
        <p:nvSpPr>
          <p:cNvPr id="433" name="TextBox 432"/>
          <p:cNvSpPr txBox="1"/>
          <p:nvPr/>
        </p:nvSpPr>
        <p:spPr>
          <a:xfrm>
            <a:off x="7635239" y="3108960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E8EEF7"/>
                </a:solidFill>
                <a:latin typeface="Microsoft YaHei"/>
              </a:rPr>
              <a:t>后端</a:t>
            </a:r>
          </a:p>
        </p:txBody>
      </p:sp>
      <p:sp>
        <p:nvSpPr>
          <p:cNvPr id="434" name="Rounded Rectangle 433"/>
          <p:cNvSpPr/>
          <p:nvPr/>
        </p:nvSpPr>
        <p:spPr>
          <a:xfrm>
            <a:off x="9601199" y="2606040"/>
            <a:ext cx="1920240" cy="914400"/>
          </a:xfrm>
          <a:prstGeom prst="roundRect">
            <a:avLst/>
          </a:prstGeom>
          <a:solidFill>
            <a:srgbClr val="12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" name="Rectangle 434"/>
          <p:cNvSpPr/>
          <p:nvPr/>
        </p:nvSpPr>
        <p:spPr>
          <a:xfrm>
            <a:off x="9601199" y="2606040"/>
            <a:ext cx="1920240" cy="54864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" name="TextBox 435"/>
          <p:cNvSpPr txBox="1"/>
          <p:nvPr/>
        </p:nvSpPr>
        <p:spPr>
          <a:xfrm>
            <a:off x="9738359" y="269748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9C27B0"/>
                </a:solidFill>
                <a:latin typeface="Microsoft YaHei"/>
              </a:rPr>
              <a:t>Python</a:t>
            </a:r>
          </a:p>
        </p:txBody>
      </p:sp>
      <p:sp>
        <p:nvSpPr>
          <p:cNvPr id="437" name="TextBox 436"/>
          <p:cNvSpPr txBox="1"/>
          <p:nvPr/>
        </p:nvSpPr>
        <p:spPr>
          <a:xfrm>
            <a:off x="9738359" y="3108960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E8EEF7"/>
                </a:solidFill>
                <a:latin typeface="Microsoft YaHei"/>
              </a:rPr>
              <a:t>智能体</a:t>
            </a:r>
          </a:p>
        </p:txBody>
      </p:sp>
      <p:sp>
        <p:nvSpPr>
          <p:cNvPr id="438" name="Rounded Rectangle 437"/>
          <p:cNvSpPr/>
          <p:nvPr/>
        </p:nvSpPr>
        <p:spPr>
          <a:xfrm>
            <a:off x="7498079" y="3657600"/>
            <a:ext cx="1920240" cy="914400"/>
          </a:xfrm>
          <a:prstGeom prst="roundRect">
            <a:avLst/>
          </a:prstGeom>
          <a:solidFill>
            <a:srgbClr val="12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" name="Rectangle 438"/>
          <p:cNvSpPr/>
          <p:nvPr/>
        </p:nvSpPr>
        <p:spPr>
          <a:xfrm>
            <a:off x="7498079" y="3657600"/>
            <a:ext cx="1920240" cy="54864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" name="TextBox 439"/>
          <p:cNvSpPr txBox="1"/>
          <p:nvPr/>
        </p:nvSpPr>
        <p:spPr>
          <a:xfrm>
            <a:off x="7635239" y="374904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E53E3E"/>
                </a:solidFill>
                <a:latin typeface="Microsoft YaHei"/>
              </a:rPr>
              <a:t>Solidity</a:t>
            </a:r>
          </a:p>
        </p:txBody>
      </p:sp>
      <p:sp>
        <p:nvSpPr>
          <p:cNvPr id="441" name="TextBox 440"/>
          <p:cNvSpPr txBox="1"/>
          <p:nvPr/>
        </p:nvSpPr>
        <p:spPr>
          <a:xfrm>
            <a:off x="7635239" y="4160520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E8EEF7"/>
                </a:solidFill>
                <a:latin typeface="Microsoft YaHei"/>
              </a:rPr>
              <a:t>合约</a:t>
            </a:r>
          </a:p>
        </p:txBody>
      </p:sp>
      <p:sp>
        <p:nvSpPr>
          <p:cNvPr id="442" name="Rounded Rectangle 441"/>
          <p:cNvSpPr/>
          <p:nvPr/>
        </p:nvSpPr>
        <p:spPr>
          <a:xfrm>
            <a:off x="9601199" y="3657600"/>
            <a:ext cx="1920240" cy="914400"/>
          </a:xfrm>
          <a:prstGeom prst="roundRect">
            <a:avLst/>
          </a:prstGeom>
          <a:solidFill>
            <a:srgbClr val="12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" name="Rectangle 442"/>
          <p:cNvSpPr/>
          <p:nvPr/>
        </p:nvSpPr>
        <p:spPr>
          <a:xfrm>
            <a:off x="9601199" y="3657600"/>
            <a:ext cx="1920240" cy="54864"/>
          </a:xfrm>
          <a:prstGeom prst="rect">
            <a:avLst/>
          </a:prstGeom>
          <a:solidFill>
            <a:srgbClr val="9AA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" name="TextBox 443"/>
          <p:cNvSpPr txBox="1"/>
          <p:nvPr/>
        </p:nvSpPr>
        <p:spPr>
          <a:xfrm>
            <a:off x="9738359" y="374904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9AA5B5"/>
                </a:solidFill>
                <a:latin typeface="Microsoft YaHei"/>
              </a:rPr>
              <a:t>SQLite</a:t>
            </a:r>
          </a:p>
        </p:txBody>
      </p:sp>
      <p:sp>
        <p:nvSpPr>
          <p:cNvPr id="445" name="TextBox 444"/>
          <p:cNvSpPr txBox="1"/>
          <p:nvPr/>
        </p:nvSpPr>
        <p:spPr>
          <a:xfrm>
            <a:off x="9738359" y="4160520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E8EEF7"/>
                </a:solidFill>
                <a:latin typeface="Microsoft YaHei"/>
              </a:rPr>
              <a:t>存储</a:t>
            </a:r>
          </a:p>
        </p:txBody>
      </p:sp>
      <p:sp>
        <p:nvSpPr>
          <p:cNvPr id="446" name="Rectangle 445"/>
          <p:cNvSpPr/>
          <p:nvPr/>
        </p:nvSpPr>
        <p:spPr>
          <a:xfrm>
            <a:off x="7498079" y="5029200"/>
            <a:ext cx="3931920" cy="73152"/>
          </a:xfrm>
          <a:prstGeom prst="rect">
            <a:avLst/>
          </a:prstGeom>
          <a:solidFill>
            <a:srgbClr val="F5B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" name="Rectangle 446"/>
          <p:cNvSpPr/>
          <p:nvPr/>
        </p:nvSpPr>
        <p:spPr>
          <a:xfrm>
            <a:off x="7498079" y="6053328"/>
            <a:ext cx="3931920" cy="73152"/>
          </a:xfrm>
          <a:prstGeom prst="rect">
            <a:avLst/>
          </a:prstGeom>
          <a:solidFill>
            <a:srgbClr val="F5B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" name="Rounded Rectangle 447"/>
          <p:cNvSpPr/>
          <p:nvPr/>
        </p:nvSpPr>
        <p:spPr>
          <a:xfrm>
            <a:off x="7498079" y="5029200"/>
            <a:ext cx="3931920" cy="1097280"/>
          </a:xfrm>
          <a:prstGeom prst="roundRect">
            <a:avLst/>
          </a:prstGeom>
          <a:solidFill>
            <a:srgbClr val="12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" name="Rectangle 448"/>
          <p:cNvSpPr/>
          <p:nvPr/>
        </p:nvSpPr>
        <p:spPr>
          <a:xfrm>
            <a:off x="0" y="6565392"/>
            <a:ext cx="12191695" cy="45720"/>
          </a:xfrm>
          <a:prstGeom prst="rect">
            <a:avLst/>
          </a:prstGeom>
          <a:solidFill>
            <a:srgbClr val="1A0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" name="Rectangle 449"/>
          <p:cNvSpPr/>
          <p:nvPr/>
        </p:nvSpPr>
        <p:spPr>
          <a:xfrm>
            <a:off x="0" y="6565392"/>
            <a:ext cx="3251118" cy="457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1" name="Rectangle 450"/>
          <p:cNvSpPr/>
          <p:nvPr/>
        </p:nvSpPr>
        <p:spPr>
          <a:xfrm>
            <a:off x="0" y="6551676"/>
            <a:ext cx="3251118" cy="109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" name="Oval 451"/>
          <p:cNvSpPr/>
          <p:nvPr/>
        </p:nvSpPr>
        <p:spPr>
          <a:xfrm>
            <a:off x="457200" y="6693408"/>
            <a:ext cx="73152" cy="73152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" name="Oval 452"/>
          <p:cNvSpPr/>
          <p:nvPr/>
        </p:nvSpPr>
        <p:spPr>
          <a:xfrm>
            <a:off x="566928" y="6711696"/>
            <a:ext cx="45720" cy="45720"/>
          </a:xfrm>
          <a:prstGeom prst="ellipse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" name="TextBox 453"/>
          <p:cNvSpPr txBox="1"/>
          <p:nvPr/>
        </p:nvSpPr>
        <p:spPr>
          <a:xfrm>
            <a:off x="685800" y="662940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9AA5B5"/>
                </a:solidFill>
                <a:latin typeface="Microsoft YaHei"/>
              </a:rPr>
              <a:t>FlowForge AI  ·  Shadu Team  ·  v2.67</a:t>
            </a:r>
          </a:p>
        </p:txBody>
      </p:sp>
      <p:sp>
        <p:nvSpPr>
          <p:cNvPr id="455" name="TextBox 454"/>
          <p:cNvSpPr txBox="1"/>
          <p:nvPr/>
        </p:nvSpPr>
        <p:spPr>
          <a:xfrm>
            <a:off x="10058400" y="662940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>
                <a:solidFill>
                  <a:srgbClr val="00E5FF"/>
                </a:solidFill>
                <a:latin typeface="Microsoft YaHei"/>
              </a:rPr>
              <a:t>[ 04 / 15 ]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1628"/>
            </a:gs>
            <a:gs pos="100000">
              <a:srgbClr val="1A0B2E"/>
            </a:gs>
          </a:gsLst>
          <a:lin scaled="0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789920" y="0"/>
            <a:ext cx="1401775" cy="2011680"/>
          </a:xfrm>
          <a:prstGeom prst="ellipse">
            <a:avLst/>
          </a:prstGeom>
          <a:solidFill>
            <a:srgbClr val="F5B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155680" y="0"/>
            <a:ext cx="1036015" cy="1097280"/>
          </a:xfrm>
          <a:prstGeom prst="ellips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0" y="5486400"/>
            <a:ext cx="1645920" cy="1371600"/>
          </a:xfrm>
          <a:prstGeom prst="ellips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704320" y="5029200"/>
            <a:ext cx="487375" cy="914400"/>
          </a:xfrm>
          <a:prstGeom prst="ellipse">
            <a:avLst/>
          </a:prstGeom>
          <a:solidFill>
            <a:srgbClr val="F5B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A0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5486400"/>
            <a:ext cx="12191695" cy="13716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0" y="2286000"/>
            <a:ext cx="3200400" cy="3200400"/>
          </a:xfrm>
          <a:prstGeom prst="ellipse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515600" y="1828800"/>
            <a:ext cx="1676095" cy="3200400"/>
          </a:xfrm>
          <a:prstGeom prst="ellipse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0" y="0"/>
            <a:ext cx="4572000" cy="4572000"/>
          </a:xfrm>
          <a:prstGeom prst="ellipse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0" y="2743200"/>
            <a:ext cx="3047695" cy="4114800"/>
          </a:xfrm>
          <a:prstGeom prst="ellipse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57600" y="0"/>
            <a:ext cx="3657600" cy="3657600"/>
          </a:xfrm>
          <a:prstGeom prst="ellipse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64592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6888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9184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1480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93776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76072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0664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5256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87552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69848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52144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2344400" y="0"/>
            <a:ext cx="182880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74320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2295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371600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920240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468880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017520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566160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114800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663440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21207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76071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30935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85799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40663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95527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50391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05255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60119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14983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69847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124711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179575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274320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82295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371600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920240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2468880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3017520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3566160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4114800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4663440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521207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576071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630935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685799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740663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795527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50391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905255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960119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1014983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1069847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1124711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179575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274320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82295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1371600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1920240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2468880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3017520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3566160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4114800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4663440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521207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576071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630935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685799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740663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795527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850391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905255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960119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1014983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1069847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1124711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1179575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274320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82295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1371600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1920240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2468880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3017520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3566160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4114800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4663440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521207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576071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630935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685799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740663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795527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850391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905255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960119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1014983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1069847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1124711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1179575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274320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82295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1371600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1920240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2468880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3017520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3566160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4114800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4663440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521207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576071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630935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685799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740663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795527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850391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905255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960119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1014983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1069847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1124711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1179575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274320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82295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1371600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1920240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2468880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3017520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3566160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4114800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4663440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521207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576071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630935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685799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740663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795527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850391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905255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960119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1014983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1069847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1124711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1179575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274320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82295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1371600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1920240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2468880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3017520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3566160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4114800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4663440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521207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576071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630935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685799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740663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795527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850391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905255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960119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1014983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1069847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1124711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1179575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274320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82295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1371600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1920240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2468880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3017520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3566160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4114800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4663440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521207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576071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630935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xfrm>
            <a:off x="685799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xfrm>
            <a:off x="740663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Oval 198"/>
          <p:cNvSpPr/>
          <p:nvPr/>
        </p:nvSpPr>
        <p:spPr>
          <a:xfrm>
            <a:off x="795527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>
            <a:off x="850391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905255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960119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1014983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1069847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Oval 204"/>
          <p:cNvSpPr/>
          <p:nvPr/>
        </p:nvSpPr>
        <p:spPr>
          <a:xfrm>
            <a:off x="1124711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Oval 205"/>
          <p:cNvSpPr/>
          <p:nvPr/>
        </p:nvSpPr>
        <p:spPr>
          <a:xfrm>
            <a:off x="1179575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>
            <a:off x="274320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Oval 207"/>
          <p:cNvSpPr/>
          <p:nvPr/>
        </p:nvSpPr>
        <p:spPr>
          <a:xfrm>
            <a:off x="82295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Oval 208"/>
          <p:cNvSpPr/>
          <p:nvPr/>
        </p:nvSpPr>
        <p:spPr>
          <a:xfrm>
            <a:off x="1371600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Oval 209"/>
          <p:cNvSpPr/>
          <p:nvPr/>
        </p:nvSpPr>
        <p:spPr>
          <a:xfrm>
            <a:off x="1920240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Oval 210"/>
          <p:cNvSpPr/>
          <p:nvPr/>
        </p:nvSpPr>
        <p:spPr>
          <a:xfrm>
            <a:off x="2468880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Oval 211"/>
          <p:cNvSpPr/>
          <p:nvPr/>
        </p:nvSpPr>
        <p:spPr>
          <a:xfrm>
            <a:off x="3017520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Oval 212"/>
          <p:cNvSpPr/>
          <p:nvPr/>
        </p:nvSpPr>
        <p:spPr>
          <a:xfrm>
            <a:off x="3566160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4114800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4663440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521207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576071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630935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685799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740663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795527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850391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905255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960119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1014983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1069847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1124711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1179575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274320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82295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1371600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1920240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2468880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3017520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3566160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4114800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4663440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521207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576071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630935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685799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740663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Oval 242"/>
          <p:cNvSpPr/>
          <p:nvPr/>
        </p:nvSpPr>
        <p:spPr>
          <a:xfrm>
            <a:off x="795527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Oval 243"/>
          <p:cNvSpPr/>
          <p:nvPr/>
        </p:nvSpPr>
        <p:spPr>
          <a:xfrm>
            <a:off x="850391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Oval 244"/>
          <p:cNvSpPr/>
          <p:nvPr/>
        </p:nvSpPr>
        <p:spPr>
          <a:xfrm>
            <a:off x="905255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Oval 245"/>
          <p:cNvSpPr/>
          <p:nvPr/>
        </p:nvSpPr>
        <p:spPr>
          <a:xfrm>
            <a:off x="960119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Oval 246"/>
          <p:cNvSpPr/>
          <p:nvPr/>
        </p:nvSpPr>
        <p:spPr>
          <a:xfrm>
            <a:off x="1014983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Oval 247"/>
          <p:cNvSpPr/>
          <p:nvPr/>
        </p:nvSpPr>
        <p:spPr>
          <a:xfrm>
            <a:off x="1069847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Oval 248"/>
          <p:cNvSpPr/>
          <p:nvPr/>
        </p:nvSpPr>
        <p:spPr>
          <a:xfrm>
            <a:off x="1124711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Oval 249"/>
          <p:cNvSpPr/>
          <p:nvPr/>
        </p:nvSpPr>
        <p:spPr>
          <a:xfrm>
            <a:off x="1179575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Oval 250"/>
          <p:cNvSpPr/>
          <p:nvPr/>
        </p:nvSpPr>
        <p:spPr>
          <a:xfrm>
            <a:off x="274320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Oval 251"/>
          <p:cNvSpPr/>
          <p:nvPr/>
        </p:nvSpPr>
        <p:spPr>
          <a:xfrm>
            <a:off x="82295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Oval 252"/>
          <p:cNvSpPr/>
          <p:nvPr/>
        </p:nvSpPr>
        <p:spPr>
          <a:xfrm>
            <a:off x="1371600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Oval 253"/>
          <p:cNvSpPr/>
          <p:nvPr/>
        </p:nvSpPr>
        <p:spPr>
          <a:xfrm>
            <a:off x="1920240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Oval 254"/>
          <p:cNvSpPr/>
          <p:nvPr/>
        </p:nvSpPr>
        <p:spPr>
          <a:xfrm>
            <a:off x="2468880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Oval 255"/>
          <p:cNvSpPr/>
          <p:nvPr/>
        </p:nvSpPr>
        <p:spPr>
          <a:xfrm>
            <a:off x="3017520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Oval 256"/>
          <p:cNvSpPr/>
          <p:nvPr/>
        </p:nvSpPr>
        <p:spPr>
          <a:xfrm>
            <a:off x="3566160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Oval 257"/>
          <p:cNvSpPr/>
          <p:nvPr/>
        </p:nvSpPr>
        <p:spPr>
          <a:xfrm>
            <a:off x="4114800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Oval 258"/>
          <p:cNvSpPr/>
          <p:nvPr/>
        </p:nvSpPr>
        <p:spPr>
          <a:xfrm>
            <a:off x="4663440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Oval 259"/>
          <p:cNvSpPr/>
          <p:nvPr/>
        </p:nvSpPr>
        <p:spPr>
          <a:xfrm>
            <a:off x="521207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Oval 260"/>
          <p:cNvSpPr/>
          <p:nvPr/>
        </p:nvSpPr>
        <p:spPr>
          <a:xfrm>
            <a:off x="576071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Oval 261"/>
          <p:cNvSpPr/>
          <p:nvPr/>
        </p:nvSpPr>
        <p:spPr>
          <a:xfrm>
            <a:off x="630935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Oval 262"/>
          <p:cNvSpPr/>
          <p:nvPr/>
        </p:nvSpPr>
        <p:spPr>
          <a:xfrm>
            <a:off x="685799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Oval 263"/>
          <p:cNvSpPr/>
          <p:nvPr/>
        </p:nvSpPr>
        <p:spPr>
          <a:xfrm>
            <a:off x="740663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Oval 264"/>
          <p:cNvSpPr/>
          <p:nvPr/>
        </p:nvSpPr>
        <p:spPr>
          <a:xfrm>
            <a:off x="795527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Oval 265"/>
          <p:cNvSpPr/>
          <p:nvPr/>
        </p:nvSpPr>
        <p:spPr>
          <a:xfrm>
            <a:off x="850391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Oval 266"/>
          <p:cNvSpPr/>
          <p:nvPr/>
        </p:nvSpPr>
        <p:spPr>
          <a:xfrm>
            <a:off x="905255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Oval 267"/>
          <p:cNvSpPr/>
          <p:nvPr/>
        </p:nvSpPr>
        <p:spPr>
          <a:xfrm>
            <a:off x="960119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Oval 268"/>
          <p:cNvSpPr/>
          <p:nvPr/>
        </p:nvSpPr>
        <p:spPr>
          <a:xfrm>
            <a:off x="1014983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Oval 269"/>
          <p:cNvSpPr/>
          <p:nvPr/>
        </p:nvSpPr>
        <p:spPr>
          <a:xfrm>
            <a:off x="1069847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Oval 270"/>
          <p:cNvSpPr/>
          <p:nvPr/>
        </p:nvSpPr>
        <p:spPr>
          <a:xfrm>
            <a:off x="1124711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Oval 271"/>
          <p:cNvSpPr/>
          <p:nvPr/>
        </p:nvSpPr>
        <p:spPr>
          <a:xfrm>
            <a:off x="1179575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Oval 272"/>
          <p:cNvSpPr/>
          <p:nvPr/>
        </p:nvSpPr>
        <p:spPr>
          <a:xfrm>
            <a:off x="274320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Oval 273"/>
          <p:cNvSpPr/>
          <p:nvPr/>
        </p:nvSpPr>
        <p:spPr>
          <a:xfrm>
            <a:off x="82295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Oval 274"/>
          <p:cNvSpPr/>
          <p:nvPr/>
        </p:nvSpPr>
        <p:spPr>
          <a:xfrm>
            <a:off x="1371600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Oval 275"/>
          <p:cNvSpPr/>
          <p:nvPr/>
        </p:nvSpPr>
        <p:spPr>
          <a:xfrm>
            <a:off x="1920240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Oval 276"/>
          <p:cNvSpPr/>
          <p:nvPr/>
        </p:nvSpPr>
        <p:spPr>
          <a:xfrm>
            <a:off x="2468880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Oval 277"/>
          <p:cNvSpPr/>
          <p:nvPr/>
        </p:nvSpPr>
        <p:spPr>
          <a:xfrm>
            <a:off x="3017520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Oval 278"/>
          <p:cNvSpPr/>
          <p:nvPr/>
        </p:nvSpPr>
        <p:spPr>
          <a:xfrm>
            <a:off x="3566160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Oval 279"/>
          <p:cNvSpPr/>
          <p:nvPr/>
        </p:nvSpPr>
        <p:spPr>
          <a:xfrm>
            <a:off x="4114800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Oval 280"/>
          <p:cNvSpPr/>
          <p:nvPr/>
        </p:nvSpPr>
        <p:spPr>
          <a:xfrm>
            <a:off x="4663440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Oval 281"/>
          <p:cNvSpPr/>
          <p:nvPr/>
        </p:nvSpPr>
        <p:spPr>
          <a:xfrm>
            <a:off x="521207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Oval 282"/>
          <p:cNvSpPr/>
          <p:nvPr/>
        </p:nvSpPr>
        <p:spPr>
          <a:xfrm>
            <a:off x="576071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Oval 283"/>
          <p:cNvSpPr/>
          <p:nvPr/>
        </p:nvSpPr>
        <p:spPr>
          <a:xfrm>
            <a:off x="630935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Oval 284"/>
          <p:cNvSpPr/>
          <p:nvPr/>
        </p:nvSpPr>
        <p:spPr>
          <a:xfrm>
            <a:off x="685799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Oval 285"/>
          <p:cNvSpPr/>
          <p:nvPr/>
        </p:nvSpPr>
        <p:spPr>
          <a:xfrm>
            <a:off x="740663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Oval 286"/>
          <p:cNvSpPr/>
          <p:nvPr/>
        </p:nvSpPr>
        <p:spPr>
          <a:xfrm>
            <a:off x="795527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Oval 287"/>
          <p:cNvSpPr/>
          <p:nvPr/>
        </p:nvSpPr>
        <p:spPr>
          <a:xfrm>
            <a:off x="850391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Oval 288"/>
          <p:cNvSpPr/>
          <p:nvPr/>
        </p:nvSpPr>
        <p:spPr>
          <a:xfrm>
            <a:off x="905255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Oval 289"/>
          <p:cNvSpPr/>
          <p:nvPr/>
        </p:nvSpPr>
        <p:spPr>
          <a:xfrm>
            <a:off x="960119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Oval 290"/>
          <p:cNvSpPr/>
          <p:nvPr/>
        </p:nvSpPr>
        <p:spPr>
          <a:xfrm>
            <a:off x="1014983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Oval 291"/>
          <p:cNvSpPr/>
          <p:nvPr/>
        </p:nvSpPr>
        <p:spPr>
          <a:xfrm>
            <a:off x="1069847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Oval 292"/>
          <p:cNvSpPr/>
          <p:nvPr/>
        </p:nvSpPr>
        <p:spPr>
          <a:xfrm>
            <a:off x="1124711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Oval 293"/>
          <p:cNvSpPr/>
          <p:nvPr/>
        </p:nvSpPr>
        <p:spPr>
          <a:xfrm>
            <a:off x="1179575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Rectangle 294"/>
          <p:cNvSpPr/>
          <p:nvPr/>
        </p:nvSpPr>
        <p:spPr>
          <a:xfrm>
            <a:off x="91479" y="4257697"/>
            <a:ext cx="2583260" cy="109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Rectangle 295"/>
          <p:cNvSpPr/>
          <p:nvPr/>
        </p:nvSpPr>
        <p:spPr>
          <a:xfrm>
            <a:off x="2693717" y="1783875"/>
            <a:ext cx="3685122" cy="109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Rectangle 296"/>
          <p:cNvSpPr/>
          <p:nvPr/>
        </p:nvSpPr>
        <p:spPr>
          <a:xfrm>
            <a:off x="317987" y="5759958"/>
            <a:ext cx="2986215" cy="109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Rectangle 297"/>
          <p:cNvSpPr/>
          <p:nvPr/>
        </p:nvSpPr>
        <p:spPr>
          <a:xfrm>
            <a:off x="799690" y="634302"/>
            <a:ext cx="3215090" cy="109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Rectangle 298"/>
          <p:cNvSpPr/>
          <p:nvPr/>
        </p:nvSpPr>
        <p:spPr>
          <a:xfrm>
            <a:off x="727268" y="614919"/>
            <a:ext cx="3611562" cy="109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ectangle 299"/>
          <p:cNvSpPr/>
          <p:nvPr/>
        </p:nvSpPr>
        <p:spPr>
          <a:xfrm>
            <a:off x="806283" y="3696114"/>
            <a:ext cx="3445273" cy="109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Rectangle 300"/>
          <p:cNvSpPr/>
          <p:nvPr/>
        </p:nvSpPr>
        <p:spPr>
          <a:xfrm>
            <a:off x="9560961" y="23769"/>
            <a:ext cx="10972" cy="3302482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Rectangle 301"/>
          <p:cNvSpPr/>
          <p:nvPr/>
        </p:nvSpPr>
        <p:spPr>
          <a:xfrm>
            <a:off x="8309257" y="1244500"/>
            <a:ext cx="10972" cy="2113140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ectangle 302"/>
          <p:cNvSpPr/>
          <p:nvPr/>
        </p:nvSpPr>
        <p:spPr>
          <a:xfrm>
            <a:off x="11223090" y="1231128"/>
            <a:ext cx="10972" cy="1998413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Rectangle 303"/>
          <p:cNvSpPr/>
          <p:nvPr/>
        </p:nvSpPr>
        <p:spPr>
          <a:xfrm>
            <a:off x="1544980" y="3099795"/>
            <a:ext cx="10972" cy="2932894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Rectangle 304"/>
          <p:cNvSpPr/>
          <p:nvPr/>
        </p:nvSpPr>
        <p:spPr>
          <a:xfrm>
            <a:off x="9535068" y="2669066"/>
            <a:ext cx="10972" cy="2809453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Oval 305"/>
          <p:cNvSpPr/>
          <p:nvPr/>
        </p:nvSpPr>
        <p:spPr>
          <a:xfrm>
            <a:off x="11135004" y="2637830"/>
            <a:ext cx="54864" cy="5486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Oval 306"/>
          <p:cNvSpPr/>
          <p:nvPr/>
        </p:nvSpPr>
        <p:spPr>
          <a:xfrm>
            <a:off x="11116716" y="2619542"/>
            <a:ext cx="91440" cy="914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Oval 307"/>
          <p:cNvSpPr/>
          <p:nvPr/>
        </p:nvSpPr>
        <p:spPr>
          <a:xfrm>
            <a:off x="6514631" y="5235168"/>
            <a:ext cx="54864" cy="5486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Oval 308"/>
          <p:cNvSpPr/>
          <p:nvPr/>
        </p:nvSpPr>
        <p:spPr>
          <a:xfrm>
            <a:off x="6496343" y="5216880"/>
            <a:ext cx="91440" cy="914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Oval 309"/>
          <p:cNvSpPr/>
          <p:nvPr/>
        </p:nvSpPr>
        <p:spPr>
          <a:xfrm>
            <a:off x="7244093" y="5421252"/>
            <a:ext cx="54864" cy="5486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Oval 310"/>
          <p:cNvSpPr/>
          <p:nvPr/>
        </p:nvSpPr>
        <p:spPr>
          <a:xfrm>
            <a:off x="7225805" y="5402964"/>
            <a:ext cx="91440" cy="914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Oval 311"/>
          <p:cNvSpPr/>
          <p:nvPr/>
        </p:nvSpPr>
        <p:spPr>
          <a:xfrm>
            <a:off x="6792369" y="4516041"/>
            <a:ext cx="54864" cy="5486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Oval 312"/>
          <p:cNvSpPr/>
          <p:nvPr/>
        </p:nvSpPr>
        <p:spPr>
          <a:xfrm>
            <a:off x="6774081" y="4497753"/>
            <a:ext cx="91440" cy="914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Oval 313"/>
          <p:cNvSpPr/>
          <p:nvPr/>
        </p:nvSpPr>
        <p:spPr>
          <a:xfrm>
            <a:off x="960021" y="1770058"/>
            <a:ext cx="54864" cy="5486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Oval 314"/>
          <p:cNvSpPr/>
          <p:nvPr/>
        </p:nvSpPr>
        <p:spPr>
          <a:xfrm>
            <a:off x="941733" y="1751770"/>
            <a:ext cx="91440" cy="914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Oval 315"/>
          <p:cNvSpPr/>
          <p:nvPr/>
        </p:nvSpPr>
        <p:spPr>
          <a:xfrm>
            <a:off x="3632596" y="916859"/>
            <a:ext cx="54864" cy="5486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Oval 316"/>
          <p:cNvSpPr/>
          <p:nvPr/>
        </p:nvSpPr>
        <p:spPr>
          <a:xfrm>
            <a:off x="3614308" y="898571"/>
            <a:ext cx="91440" cy="914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Oval 317"/>
          <p:cNvSpPr/>
          <p:nvPr/>
        </p:nvSpPr>
        <p:spPr>
          <a:xfrm>
            <a:off x="3011567" y="1039040"/>
            <a:ext cx="54864" cy="5486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Oval 318"/>
          <p:cNvSpPr/>
          <p:nvPr/>
        </p:nvSpPr>
        <p:spPr>
          <a:xfrm>
            <a:off x="2993279" y="1020752"/>
            <a:ext cx="91440" cy="914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Oval 319"/>
          <p:cNvSpPr/>
          <p:nvPr/>
        </p:nvSpPr>
        <p:spPr>
          <a:xfrm>
            <a:off x="3507348" y="4119200"/>
            <a:ext cx="54864" cy="5486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Oval 320"/>
          <p:cNvSpPr/>
          <p:nvPr/>
        </p:nvSpPr>
        <p:spPr>
          <a:xfrm>
            <a:off x="3489060" y="4100912"/>
            <a:ext cx="91440" cy="914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Oval 321"/>
          <p:cNvSpPr/>
          <p:nvPr/>
        </p:nvSpPr>
        <p:spPr>
          <a:xfrm>
            <a:off x="4460430" y="2589708"/>
            <a:ext cx="54864" cy="5486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Oval 322"/>
          <p:cNvSpPr/>
          <p:nvPr/>
        </p:nvSpPr>
        <p:spPr>
          <a:xfrm>
            <a:off x="4442142" y="2571420"/>
            <a:ext cx="91440" cy="914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Oval 323"/>
          <p:cNvSpPr/>
          <p:nvPr/>
        </p:nvSpPr>
        <p:spPr>
          <a:xfrm>
            <a:off x="2756078" y="1995184"/>
            <a:ext cx="54864" cy="5486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Oval 324"/>
          <p:cNvSpPr/>
          <p:nvPr/>
        </p:nvSpPr>
        <p:spPr>
          <a:xfrm>
            <a:off x="2737790" y="1976896"/>
            <a:ext cx="91440" cy="914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Rectangle 325"/>
          <p:cNvSpPr/>
          <p:nvPr/>
        </p:nvSpPr>
        <p:spPr>
          <a:xfrm>
            <a:off x="0" y="182880"/>
            <a:ext cx="4114800" cy="1828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Rectangle 326"/>
          <p:cNvSpPr/>
          <p:nvPr/>
        </p:nvSpPr>
        <p:spPr>
          <a:xfrm>
            <a:off x="0" y="320040"/>
            <a:ext cx="2743200" cy="13716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Rectangle 327"/>
          <p:cNvSpPr/>
          <p:nvPr/>
        </p:nvSpPr>
        <p:spPr>
          <a:xfrm>
            <a:off x="8046720" y="6446520"/>
            <a:ext cx="4114800" cy="18288"/>
          </a:xfrm>
          <a:prstGeom prst="rect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Rectangle 328"/>
          <p:cNvSpPr/>
          <p:nvPr/>
        </p:nvSpPr>
        <p:spPr>
          <a:xfrm>
            <a:off x="9418320" y="6309360"/>
            <a:ext cx="2743200" cy="1371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Rectangle 329"/>
          <p:cNvSpPr/>
          <p:nvPr/>
        </p:nvSpPr>
        <p:spPr>
          <a:xfrm>
            <a:off x="5029200" y="0"/>
            <a:ext cx="9144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Rectangle 330"/>
          <p:cNvSpPr/>
          <p:nvPr/>
        </p:nvSpPr>
        <p:spPr>
          <a:xfrm>
            <a:off x="5166360" y="0"/>
            <a:ext cx="9144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Rectangle 331"/>
          <p:cNvSpPr/>
          <p:nvPr/>
        </p:nvSpPr>
        <p:spPr>
          <a:xfrm>
            <a:off x="5303520" y="0"/>
            <a:ext cx="9144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Rectangle 332"/>
          <p:cNvSpPr/>
          <p:nvPr/>
        </p:nvSpPr>
        <p:spPr>
          <a:xfrm>
            <a:off x="0" y="137160"/>
            <a:ext cx="12191695" cy="548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Rectangle 333"/>
          <p:cNvSpPr/>
          <p:nvPr/>
        </p:nvSpPr>
        <p:spPr>
          <a:xfrm>
            <a:off x="0" y="978408"/>
            <a:ext cx="12191695" cy="548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Rectangle 334"/>
          <p:cNvSpPr/>
          <p:nvPr/>
        </p:nvSpPr>
        <p:spPr>
          <a:xfrm>
            <a:off x="0" y="1819656"/>
            <a:ext cx="12191695" cy="548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Rectangle 335"/>
          <p:cNvSpPr/>
          <p:nvPr/>
        </p:nvSpPr>
        <p:spPr>
          <a:xfrm>
            <a:off x="0" y="2660904"/>
            <a:ext cx="12191695" cy="548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Rectangle 336"/>
          <p:cNvSpPr/>
          <p:nvPr/>
        </p:nvSpPr>
        <p:spPr>
          <a:xfrm>
            <a:off x="0" y="3502152"/>
            <a:ext cx="12191695" cy="548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Rectangle 337"/>
          <p:cNvSpPr/>
          <p:nvPr/>
        </p:nvSpPr>
        <p:spPr>
          <a:xfrm>
            <a:off x="0" y="4343400"/>
            <a:ext cx="12191695" cy="548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Rectangle 338"/>
          <p:cNvSpPr/>
          <p:nvPr/>
        </p:nvSpPr>
        <p:spPr>
          <a:xfrm>
            <a:off x="0" y="5184648"/>
            <a:ext cx="12191695" cy="548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Rectangle 339"/>
          <p:cNvSpPr/>
          <p:nvPr/>
        </p:nvSpPr>
        <p:spPr>
          <a:xfrm>
            <a:off x="0" y="6025896"/>
            <a:ext cx="12191695" cy="548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Oval 340"/>
          <p:cNvSpPr/>
          <p:nvPr/>
        </p:nvSpPr>
        <p:spPr>
          <a:xfrm>
            <a:off x="4835217" y="1361247"/>
            <a:ext cx="94339" cy="94339"/>
          </a:xfrm>
          <a:prstGeom prst="ellipse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Oval 341"/>
          <p:cNvSpPr/>
          <p:nvPr/>
        </p:nvSpPr>
        <p:spPr>
          <a:xfrm>
            <a:off x="6347216" y="4515070"/>
            <a:ext cx="91141" cy="91141"/>
          </a:xfrm>
          <a:prstGeom prst="ellipse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Oval 342"/>
          <p:cNvSpPr/>
          <p:nvPr/>
        </p:nvSpPr>
        <p:spPr>
          <a:xfrm>
            <a:off x="1768894" y="6349443"/>
            <a:ext cx="44408" cy="44408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Oval 343"/>
          <p:cNvSpPr/>
          <p:nvPr/>
        </p:nvSpPr>
        <p:spPr>
          <a:xfrm>
            <a:off x="5353617" y="2195498"/>
            <a:ext cx="64476" cy="64476"/>
          </a:xfrm>
          <a:prstGeom prst="ellipse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Oval 344"/>
          <p:cNvSpPr/>
          <p:nvPr/>
        </p:nvSpPr>
        <p:spPr>
          <a:xfrm>
            <a:off x="1585861" y="5312615"/>
            <a:ext cx="58162" cy="58162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Oval 345"/>
          <p:cNvSpPr/>
          <p:nvPr/>
        </p:nvSpPr>
        <p:spPr>
          <a:xfrm>
            <a:off x="5370210" y="1419817"/>
            <a:ext cx="47888" cy="47888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Oval 346"/>
          <p:cNvSpPr/>
          <p:nvPr/>
        </p:nvSpPr>
        <p:spPr>
          <a:xfrm>
            <a:off x="11604956" y="4210089"/>
            <a:ext cx="97515" cy="97515"/>
          </a:xfrm>
          <a:prstGeom prst="ellipse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Oval 347"/>
          <p:cNvSpPr/>
          <p:nvPr/>
        </p:nvSpPr>
        <p:spPr>
          <a:xfrm>
            <a:off x="9726414" y="4568740"/>
            <a:ext cx="69334" cy="69334"/>
          </a:xfrm>
          <a:prstGeom prst="ellipse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Oval 348"/>
          <p:cNvSpPr/>
          <p:nvPr/>
        </p:nvSpPr>
        <p:spPr>
          <a:xfrm>
            <a:off x="974463" y="1096331"/>
            <a:ext cx="37450" cy="3745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Oval 349"/>
          <p:cNvSpPr/>
          <p:nvPr/>
        </p:nvSpPr>
        <p:spPr>
          <a:xfrm>
            <a:off x="10439447" y="4646868"/>
            <a:ext cx="77961" cy="77961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Oval 350"/>
          <p:cNvSpPr/>
          <p:nvPr/>
        </p:nvSpPr>
        <p:spPr>
          <a:xfrm>
            <a:off x="6668467" y="713150"/>
            <a:ext cx="54870" cy="54870"/>
          </a:xfrm>
          <a:prstGeom prst="ellipse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Oval 351"/>
          <p:cNvSpPr/>
          <p:nvPr/>
        </p:nvSpPr>
        <p:spPr>
          <a:xfrm>
            <a:off x="11603437" y="2455060"/>
            <a:ext cx="38153" cy="38153"/>
          </a:xfrm>
          <a:prstGeom prst="ellipse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Oval 352"/>
          <p:cNvSpPr/>
          <p:nvPr/>
        </p:nvSpPr>
        <p:spPr>
          <a:xfrm>
            <a:off x="6860823" y="3934604"/>
            <a:ext cx="75416" cy="75416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Oval 353"/>
          <p:cNvSpPr/>
          <p:nvPr/>
        </p:nvSpPr>
        <p:spPr>
          <a:xfrm>
            <a:off x="3831632" y="2853451"/>
            <a:ext cx="84921" cy="84921"/>
          </a:xfrm>
          <a:prstGeom prst="ellipse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Oval 354"/>
          <p:cNvSpPr/>
          <p:nvPr/>
        </p:nvSpPr>
        <p:spPr>
          <a:xfrm>
            <a:off x="5750328" y="4098430"/>
            <a:ext cx="98027" cy="98027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Oval 355"/>
          <p:cNvSpPr/>
          <p:nvPr/>
        </p:nvSpPr>
        <p:spPr>
          <a:xfrm>
            <a:off x="9803789" y="397143"/>
            <a:ext cx="57201" cy="57201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Oval 356"/>
          <p:cNvSpPr/>
          <p:nvPr/>
        </p:nvSpPr>
        <p:spPr>
          <a:xfrm>
            <a:off x="5447626" y="4969001"/>
            <a:ext cx="81875" cy="81875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Oval 357"/>
          <p:cNvSpPr/>
          <p:nvPr/>
        </p:nvSpPr>
        <p:spPr>
          <a:xfrm>
            <a:off x="8872455" y="1060573"/>
            <a:ext cx="59183" cy="59183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Oval 358"/>
          <p:cNvSpPr/>
          <p:nvPr/>
        </p:nvSpPr>
        <p:spPr>
          <a:xfrm>
            <a:off x="8934753" y="2895632"/>
            <a:ext cx="66810" cy="6681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Oval 359"/>
          <p:cNvSpPr/>
          <p:nvPr/>
        </p:nvSpPr>
        <p:spPr>
          <a:xfrm>
            <a:off x="718963" y="6269433"/>
            <a:ext cx="97109" cy="97109"/>
          </a:xfrm>
          <a:prstGeom prst="ellipse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Oval 360"/>
          <p:cNvSpPr/>
          <p:nvPr/>
        </p:nvSpPr>
        <p:spPr>
          <a:xfrm>
            <a:off x="8870331" y="5019754"/>
            <a:ext cx="67484" cy="67484"/>
          </a:xfrm>
          <a:prstGeom prst="ellipse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Oval 361"/>
          <p:cNvSpPr/>
          <p:nvPr/>
        </p:nvSpPr>
        <p:spPr>
          <a:xfrm>
            <a:off x="1235623" y="4509817"/>
            <a:ext cx="70418" cy="70418"/>
          </a:xfrm>
          <a:prstGeom prst="ellipse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Oval 362"/>
          <p:cNvSpPr/>
          <p:nvPr/>
        </p:nvSpPr>
        <p:spPr>
          <a:xfrm>
            <a:off x="2404733" y="4806135"/>
            <a:ext cx="39306" cy="39306"/>
          </a:xfrm>
          <a:prstGeom prst="ellipse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Oval 363"/>
          <p:cNvSpPr/>
          <p:nvPr/>
        </p:nvSpPr>
        <p:spPr>
          <a:xfrm>
            <a:off x="2518251" y="2610412"/>
            <a:ext cx="75306" cy="75306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Oval 364"/>
          <p:cNvSpPr/>
          <p:nvPr/>
        </p:nvSpPr>
        <p:spPr>
          <a:xfrm>
            <a:off x="6375392" y="2664231"/>
            <a:ext cx="80753" cy="80753"/>
          </a:xfrm>
          <a:prstGeom prst="ellipse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Oval 365"/>
          <p:cNvSpPr/>
          <p:nvPr/>
        </p:nvSpPr>
        <p:spPr>
          <a:xfrm>
            <a:off x="3069473" y="5571498"/>
            <a:ext cx="38829" cy="38829"/>
          </a:xfrm>
          <a:prstGeom prst="ellipse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Oval 366"/>
          <p:cNvSpPr/>
          <p:nvPr/>
        </p:nvSpPr>
        <p:spPr>
          <a:xfrm>
            <a:off x="11772815" y="2672299"/>
            <a:ext cx="60213" cy="60213"/>
          </a:xfrm>
          <a:prstGeom prst="ellipse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Oval 367"/>
          <p:cNvSpPr/>
          <p:nvPr/>
        </p:nvSpPr>
        <p:spPr>
          <a:xfrm>
            <a:off x="10318903" y="3573868"/>
            <a:ext cx="74940" cy="749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Rectangle 368"/>
          <p:cNvSpPr/>
          <p:nvPr/>
        </p:nvSpPr>
        <p:spPr>
          <a:xfrm>
            <a:off x="137160" y="137160"/>
            <a:ext cx="347472" cy="4114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Rectangle 369"/>
          <p:cNvSpPr/>
          <p:nvPr/>
        </p:nvSpPr>
        <p:spPr>
          <a:xfrm>
            <a:off x="137160" y="137160"/>
            <a:ext cx="41148" cy="3474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Rectangle 370"/>
          <p:cNvSpPr/>
          <p:nvPr/>
        </p:nvSpPr>
        <p:spPr>
          <a:xfrm>
            <a:off x="11707063" y="137160"/>
            <a:ext cx="347472" cy="41148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Rectangle 371"/>
          <p:cNvSpPr/>
          <p:nvPr/>
        </p:nvSpPr>
        <p:spPr>
          <a:xfrm>
            <a:off x="12013387" y="137160"/>
            <a:ext cx="41148" cy="347472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Rectangle 372"/>
          <p:cNvSpPr/>
          <p:nvPr/>
        </p:nvSpPr>
        <p:spPr>
          <a:xfrm>
            <a:off x="137160" y="6679692"/>
            <a:ext cx="347472" cy="41148"/>
          </a:xfrm>
          <a:prstGeom prst="rect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Rectangle 373"/>
          <p:cNvSpPr/>
          <p:nvPr/>
        </p:nvSpPr>
        <p:spPr>
          <a:xfrm>
            <a:off x="137160" y="6373368"/>
            <a:ext cx="41148" cy="347472"/>
          </a:xfrm>
          <a:prstGeom prst="rect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Rectangle 374"/>
          <p:cNvSpPr/>
          <p:nvPr/>
        </p:nvSpPr>
        <p:spPr>
          <a:xfrm>
            <a:off x="11707063" y="6679692"/>
            <a:ext cx="347472" cy="4114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Rectangle 375"/>
          <p:cNvSpPr/>
          <p:nvPr/>
        </p:nvSpPr>
        <p:spPr>
          <a:xfrm>
            <a:off x="12013387" y="6373368"/>
            <a:ext cx="41148" cy="3474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Rectangle 376"/>
          <p:cNvSpPr/>
          <p:nvPr/>
        </p:nvSpPr>
        <p:spPr>
          <a:xfrm>
            <a:off x="54864" y="54864"/>
            <a:ext cx="12081967" cy="2286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Rectangle 377"/>
          <p:cNvSpPr/>
          <p:nvPr/>
        </p:nvSpPr>
        <p:spPr>
          <a:xfrm>
            <a:off x="54864" y="6780276"/>
            <a:ext cx="12081967" cy="2286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Rectangle 378"/>
          <p:cNvSpPr/>
          <p:nvPr/>
        </p:nvSpPr>
        <p:spPr>
          <a:xfrm>
            <a:off x="54864" y="54864"/>
            <a:ext cx="22860" cy="6748272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Rectangle 379"/>
          <p:cNvSpPr/>
          <p:nvPr/>
        </p:nvSpPr>
        <p:spPr>
          <a:xfrm>
            <a:off x="12113971" y="54864"/>
            <a:ext cx="22860" cy="6748272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Rectangle 380"/>
          <p:cNvSpPr/>
          <p:nvPr/>
        </p:nvSpPr>
        <p:spPr>
          <a:xfrm>
            <a:off x="82296" y="82296"/>
            <a:ext cx="12027103" cy="16459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Rectangle 381"/>
          <p:cNvSpPr/>
          <p:nvPr/>
        </p:nvSpPr>
        <p:spPr>
          <a:xfrm>
            <a:off x="82296" y="6759245"/>
            <a:ext cx="12027103" cy="16459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Rectangle 382"/>
          <p:cNvSpPr/>
          <p:nvPr/>
        </p:nvSpPr>
        <p:spPr>
          <a:xfrm>
            <a:off x="109728" y="109728"/>
            <a:ext cx="11972239" cy="109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Rectangle 383"/>
          <p:cNvSpPr/>
          <p:nvPr/>
        </p:nvSpPr>
        <p:spPr>
          <a:xfrm>
            <a:off x="109728" y="6737300"/>
            <a:ext cx="11972239" cy="109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Rectangle 384"/>
          <p:cNvSpPr/>
          <p:nvPr/>
        </p:nvSpPr>
        <p:spPr>
          <a:xfrm>
            <a:off x="109728" y="109728"/>
            <a:ext cx="10972" cy="663854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Rectangle 385"/>
          <p:cNvSpPr/>
          <p:nvPr/>
        </p:nvSpPr>
        <p:spPr>
          <a:xfrm>
            <a:off x="12070995" y="109728"/>
            <a:ext cx="10972" cy="663854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Rectangle 386"/>
          <p:cNvSpPr/>
          <p:nvPr/>
        </p:nvSpPr>
        <p:spPr>
          <a:xfrm>
            <a:off x="457200" y="365760"/>
            <a:ext cx="109728" cy="82296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Rectangle 387"/>
          <p:cNvSpPr/>
          <p:nvPr/>
        </p:nvSpPr>
        <p:spPr>
          <a:xfrm>
            <a:off x="566928" y="365760"/>
            <a:ext cx="36576" cy="822960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TextBox 388"/>
          <p:cNvSpPr txBox="1"/>
          <p:nvPr/>
        </p:nvSpPr>
        <p:spPr>
          <a:xfrm>
            <a:off x="713232" y="38404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00E5FF"/>
                </a:solidFill>
                <a:latin typeface="Microsoft YaHei"/>
              </a:rPr>
              <a:t>◢</a:t>
            </a:r>
          </a:p>
        </p:txBody>
      </p:sp>
      <p:sp>
        <p:nvSpPr>
          <p:cNvPr id="390" name="TextBox 389"/>
          <p:cNvSpPr txBox="1"/>
          <p:nvPr/>
        </p:nvSpPr>
        <p:spPr>
          <a:xfrm>
            <a:off x="1143000" y="347472"/>
            <a:ext cx="100584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200" b="1">
                <a:solidFill>
                  <a:srgbClr val="FFFFFF"/>
                </a:solidFill>
                <a:latin typeface="Microsoft YaHei"/>
              </a:rPr>
              <a:t>编排+评分+存证 三位一体</a:t>
            </a:r>
          </a:p>
        </p:txBody>
      </p:sp>
      <p:sp>
        <p:nvSpPr>
          <p:cNvPr id="391" name="TextBox 390"/>
          <p:cNvSpPr txBox="1"/>
          <p:nvPr/>
        </p:nvSpPr>
        <p:spPr>
          <a:xfrm>
            <a:off x="1143000" y="932688"/>
            <a:ext cx="100584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00E5FF"/>
                </a:solidFill>
                <a:latin typeface="Microsoft YaHei"/>
              </a:rPr>
              <a:t>多智能体编排 · 五维评分 · 链上存证</a:t>
            </a:r>
          </a:p>
        </p:txBody>
      </p:sp>
      <p:sp>
        <p:nvSpPr>
          <p:cNvPr id="392" name="Rectangle 391"/>
          <p:cNvSpPr/>
          <p:nvPr/>
        </p:nvSpPr>
        <p:spPr>
          <a:xfrm>
            <a:off x="1143000" y="1298448"/>
            <a:ext cx="3200400" cy="2743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Rectangle 392"/>
          <p:cNvSpPr/>
          <p:nvPr/>
        </p:nvSpPr>
        <p:spPr>
          <a:xfrm>
            <a:off x="4343400" y="1298448"/>
            <a:ext cx="2286000" cy="27432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Rectangle 393"/>
          <p:cNvSpPr/>
          <p:nvPr/>
        </p:nvSpPr>
        <p:spPr>
          <a:xfrm>
            <a:off x="6629400" y="1298448"/>
            <a:ext cx="1828800" cy="27432"/>
          </a:xfrm>
          <a:prstGeom prst="rect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Rectangle 394"/>
          <p:cNvSpPr/>
          <p:nvPr/>
        </p:nvSpPr>
        <p:spPr>
          <a:xfrm>
            <a:off x="8458200" y="1298448"/>
            <a:ext cx="1645920" cy="27432"/>
          </a:xfrm>
          <a:prstGeom prst="rect">
            <a:avLst/>
          </a:prstGeom>
          <a:solidFill>
            <a:srgbClr val="F5B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Rectangle 395"/>
          <p:cNvSpPr/>
          <p:nvPr/>
        </p:nvSpPr>
        <p:spPr>
          <a:xfrm>
            <a:off x="10104120" y="1298448"/>
            <a:ext cx="1097280" cy="2743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Rectangle 396"/>
          <p:cNvSpPr/>
          <p:nvPr/>
        </p:nvSpPr>
        <p:spPr>
          <a:xfrm>
            <a:off x="1097280" y="347472"/>
            <a:ext cx="10515600" cy="987552"/>
          </a:xfrm>
          <a:prstGeom prst="rect">
            <a:avLst/>
          </a:prstGeom>
          <a:solidFill>
            <a:srgbClr val="1A0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Oval 397"/>
          <p:cNvSpPr/>
          <p:nvPr/>
        </p:nvSpPr>
        <p:spPr>
          <a:xfrm>
            <a:off x="11247120" y="274320"/>
            <a:ext cx="640080" cy="64008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Oval 398"/>
          <p:cNvSpPr/>
          <p:nvPr/>
        </p:nvSpPr>
        <p:spPr>
          <a:xfrm>
            <a:off x="11292840" y="320040"/>
            <a:ext cx="548640" cy="548640"/>
          </a:xfrm>
          <a:prstGeom prst="ellipse">
            <a:avLst/>
          </a:prstGeom>
          <a:solidFill>
            <a:srgbClr val="1A0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TextBox 399"/>
          <p:cNvSpPr txBox="1"/>
          <p:nvPr/>
        </p:nvSpPr>
        <p:spPr>
          <a:xfrm>
            <a:off x="11247120" y="320040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2000" b="1">
                <a:solidFill>
                  <a:srgbClr val="00E5FF"/>
                </a:solidFill>
                <a:latin typeface="Microsoft YaHei"/>
              </a:rPr>
              <a:t>05</a:t>
            </a:r>
          </a:p>
        </p:txBody>
      </p:sp>
      <p:sp>
        <p:nvSpPr>
          <p:cNvPr id="401" name="Rounded Rectangle 400"/>
          <p:cNvSpPr/>
          <p:nvPr/>
        </p:nvSpPr>
        <p:spPr>
          <a:xfrm>
            <a:off x="731520" y="1554480"/>
            <a:ext cx="5943600" cy="1371600"/>
          </a:xfrm>
          <a:prstGeom prst="roundRect">
            <a:avLst/>
          </a:prstGeom>
          <a:solidFill>
            <a:srgbClr val="12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Rectangle 401"/>
          <p:cNvSpPr/>
          <p:nvPr/>
        </p:nvSpPr>
        <p:spPr>
          <a:xfrm>
            <a:off x="731520" y="1554480"/>
            <a:ext cx="91440" cy="1371600"/>
          </a:xfrm>
          <a:prstGeom prst="rect">
            <a:avLst/>
          </a:prstGeom>
          <a:solidFill>
            <a:srgbClr val="F5B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TextBox 402"/>
          <p:cNvSpPr txBox="1"/>
          <p:nvPr/>
        </p:nvSpPr>
        <p:spPr>
          <a:xfrm>
            <a:off x="1005840" y="164592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F5B642"/>
                </a:solidFill>
                <a:latin typeface="Microsoft YaHei"/>
              </a:rPr>
              <a:t>编排</a:t>
            </a:r>
          </a:p>
        </p:txBody>
      </p:sp>
      <p:sp>
        <p:nvSpPr>
          <p:cNvPr id="404" name="TextBox 403"/>
          <p:cNvSpPr txBox="1"/>
          <p:nvPr/>
        </p:nvSpPr>
        <p:spPr>
          <a:xfrm>
            <a:off x="2560320" y="1645920"/>
            <a:ext cx="3931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串行/并行/条件分支/人工审批</a:t>
            </a:r>
          </a:p>
        </p:txBody>
      </p:sp>
      <p:sp>
        <p:nvSpPr>
          <p:cNvPr id="405" name="TextBox 404"/>
          <p:cNvSpPr txBox="1"/>
          <p:nvPr/>
        </p:nvSpPr>
        <p:spPr>
          <a:xfrm>
            <a:off x="1005840" y="2148840"/>
            <a:ext cx="5486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E8EEF7"/>
                </a:solidFill>
                <a:latin typeface="Microsoft YaHei"/>
              </a:rPr>
              <a:t>13 智能体 · 65 工作流 · 262 执行</a:t>
            </a:r>
          </a:p>
        </p:txBody>
      </p:sp>
      <p:sp>
        <p:nvSpPr>
          <p:cNvPr id="406" name="Rounded Rectangle 405"/>
          <p:cNvSpPr/>
          <p:nvPr/>
        </p:nvSpPr>
        <p:spPr>
          <a:xfrm>
            <a:off x="731520" y="3063240"/>
            <a:ext cx="5943600" cy="1371600"/>
          </a:xfrm>
          <a:prstGeom prst="roundRect">
            <a:avLst/>
          </a:prstGeom>
          <a:solidFill>
            <a:srgbClr val="12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" name="Rectangle 406"/>
          <p:cNvSpPr/>
          <p:nvPr/>
        </p:nvSpPr>
        <p:spPr>
          <a:xfrm>
            <a:off x="731520" y="3063240"/>
            <a:ext cx="91440" cy="13716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" name="TextBox 407"/>
          <p:cNvSpPr txBox="1"/>
          <p:nvPr/>
        </p:nvSpPr>
        <p:spPr>
          <a:xfrm>
            <a:off x="1005840" y="315468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4FC3F7"/>
                </a:solidFill>
                <a:latin typeface="Microsoft YaHei"/>
              </a:rPr>
              <a:t>评分</a:t>
            </a:r>
          </a:p>
        </p:txBody>
      </p:sp>
      <p:sp>
        <p:nvSpPr>
          <p:cNvPr id="409" name="TextBox 408"/>
          <p:cNvSpPr txBox="1"/>
          <p:nvPr/>
        </p:nvSpPr>
        <p:spPr>
          <a:xfrm>
            <a:off x="2560320" y="3154680"/>
            <a:ext cx="3931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正确性/完整性/及时性/创新性/稳定性</a:t>
            </a:r>
          </a:p>
        </p:txBody>
      </p:sp>
      <p:sp>
        <p:nvSpPr>
          <p:cNvPr id="410" name="TextBox 409"/>
          <p:cNvSpPr txBox="1"/>
          <p:nvPr/>
        </p:nvSpPr>
        <p:spPr>
          <a:xfrm>
            <a:off x="1005840" y="3657600"/>
            <a:ext cx="5486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E8EEF7"/>
                </a:solidFill>
                <a:latin typeface="Microsoft YaHei"/>
              </a:rPr>
              <a:t>594 条评分 · 0-100 综合分</a:t>
            </a:r>
          </a:p>
        </p:txBody>
      </p:sp>
      <p:sp>
        <p:nvSpPr>
          <p:cNvPr id="411" name="Rounded Rectangle 410"/>
          <p:cNvSpPr/>
          <p:nvPr/>
        </p:nvSpPr>
        <p:spPr>
          <a:xfrm>
            <a:off x="731520" y="4572000"/>
            <a:ext cx="5943600" cy="1371600"/>
          </a:xfrm>
          <a:prstGeom prst="roundRect">
            <a:avLst/>
          </a:prstGeom>
          <a:solidFill>
            <a:srgbClr val="12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Rectangle 411"/>
          <p:cNvSpPr/>
          <p:nvPr/>
        </p:nvSpPr>
        <p:spPr>
          <a:xfrm>
            <a:off x="731520" y="4572000"/>
            <a:ext cx="91440" cy="13716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TextBox 412"/>
          <p:cNvSpPr txBox="1"/>
          <p:nvPr/>
        </p:nvSpPr>
        <p:spPr>
          <a:xfrm>
            <a:off x="1005840" y="466344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4CAF50"/>
                </a:solidFill>
                <a:latin typeface="Microsoft YaHei"/>
              </a:rPr>
              <a:t>存证</a:t>
            </a:r>
          </a:p>
        </p:txBody>
      </p:sp>
      <p:sp>
        <p:nvSpPr>
          <p:cNvPr id="414" name="TextBox 413"/>
          <p:cNvSpPr txBox="1"/>
          <p:nvPr/>
        </p:nvSpPr>
        <p:spPr>
          <a:xfrm>
            <a:off x="2560320" y="4663440"/>
            <a:ext cx="3931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哈希写入 Solidity 合约</a:t>
            </a:r>
          </a:p>
        </p:txBody>
      </p:sp>
      <p:sp>
        <p:nvSpPr>
          <p:cNvPr id="415" name="TextBox 414"/>
          <p:cNvSpPr txBox="1"/>
          <p:nvPr/>
        </p:nvSpPr>
        <p:spPr>
          <a:xfrm>
            <a:off x="1005840" y="5166360"/>
            <a:ext cx="5486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E8EEF7"/>
                </a:solidFill>
                <a:latin typeface="Microsoft YaHei"/>
              </a:rPr>
              <a:t>BOT Chain · Chain ID 677</a:t>
            </a:r>
          </a:p>
        </p:txBody>
      </p:sp>
      <p:sp>
        <p:nvSpPr>
          <p:cNvPr id="416" name="TextBox 415"/>
          <p:cNvSpPr txBox="1"/>
          <p:nvPr/>
        </p:nvSpPr>
        <p:spPr>
          <a:xfrm>
            <a:off x="731520" y="6126480"/>
            <a:ext cx="59436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200" b="1">
                <a:solidFill>
                  <a:srgbClr val="00E5FF"/>
                </a:solidFill>
                <a:latin typeface="Microsoft YaHei"/>
              </a:rPr>
              <a:t>▸ </a:t>
            </a:r>
            <a:r>
              <a:rPr sz="1200">
                <a:solidFill>
                  <a:srgbClr val="E8EEF7"/>
                </a:solidFill>
                <a:latin typeface="Microsoft YaHei"/>
              </a:rPr>
              <a:t>闭环：低分自动复检，评分上链构建去中心化评价体系</a:t>
            </a:r>
          </a:p>
        </p:txBody>
      </p:sp>
      <p:pic>
        <p:nvPicPr>
          <p:cNvPr id="417" name="Picture 4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554480"/>
            <a:ext cx="4754880" cy="3474720"/>
          </a:xfrm>
          <a:prstGeom prst="rect">
            <a:avLst/>
          </a:prstGeom>
        </p:spPr>
      </p:pic>
      <p:sp>
        <p:nvSpPr>
          <p:cNvPr id="418" name="Rounded Rectangle 417"/>
          <p:cNvSpPr/>
          <p:nvPr/>
        </p:nvSpPr>
        <p:spPr>
          <a:xfrm>
            <a:off x="7132320" y="5212080"/>
            <a:ext cx="1463040" cy="914400"/>
          </a:xfrm>
          <a:prstGeom prst="roundRect">
            <a:avLst/>
          </a:prstGeom>
          <a:solidFill>
            <a:srgbClr val="1A0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Rectangle 418"/>
          <p:cNvSpPr/>
          <p:nvPr/>
        </p:nvSpPr>
        <p:spPr>
          <a:xfrm>
            <a:off x="7132320" y="5212080"/>
            <a:ext cx="54864" cy="9144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" name="Rectangle 419"/>
          <p:cNvSpPr/>
          <p:nvPr/>
        </p:nvSpPr>
        <p:spPr>
          <a:xfrm>
            <a:off x="7132320" y="5212080"/>
            <a:ext cx="1463040" cy="18288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" name="TextBox 420"/>
          <p:cNvSpPr txBox="1"/>
          <p:nvPr/>
        </p:nvSpPr>
        <p:spPr>
          <a:xfrm>
            <a:off x="7315200" y="5349240"/>
            <a:ext cx="1188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>
                <a:solidFill>
                  <a:srgbClr val="4CAF50"/>
                </a:solidFill>
                <a:latin typeface="Microsoft YaHei"/>
              </a:rPr>
              <a:t>97.0</a:t>
            </a:r>
          </a:p>
        </p:txBody>
      </p:sp>
      <p:sp>
        <p:nvSpPr>
          <p:cNvPr id="422" name="TextBox 421"/>
          <p:cNvSpPr txBox="1"/>
          <p:nvPr/>
        </p:nvSpPr>
        <p:spPr>
          <a:xfrm>
            <a:off x="7315200" y="5779008"/>
            <a:ext cx="11887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E8EEF7"/>
                </a:solidFill>
                <a:latin typeface="Microsoft YaHei"/>
              </a:rPr>
              <a:t>平均分</a:t>
            </a:r>
          </a:p>
        </p:txBody>
      </p:sp>
      <p:sp>
        <p:nvSpPr>
          <p:cNvPr id="423" name="Rounded Rectangle 422"/>
          <p:cNvSpPr/>
          <p:nvPr/>
        </p:nvSpPr>
        <p:spPr>
          <a:xfrm>
            <a:off x="8686800" y="5212080"/>
            <a:ext cx="1463040" cy="914400"/>
          </a:xfrm>
          <a:prstGeom prst="roundRect">
            <a:avLst/>
          </a:prstGeom>
          <a:solidFill>
            <a:srgbClr val="1A0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" name="Rectangle 423"/>
          <p:cNvSpPr/>
          <p:nvPr/>
        </p:nvSpPr>
        <p:spPr>
          <a:xfrm>
            <a:off x="8686800" y="5212080"/>
            <a:ext cx="54864" cy="914400"/>
          </a:xfrm>
          <a:prstGeom prst="rect">
            <a:avLst/>
          </a:prstGeom>
          <a:solidFill>
            <a:srgbClr val="F5B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" name="Rectangle 424"/>
          <p:cNvSpPr/>
          <p:nvPr/>
        </p:nvSpPr>
        <p:spPr>
          <a:xfrm>
            <a:off x="8686800" y="5212080"/>
            <a:ext cx="1463040" cy="18288"/>
          </a:xfrm>
          <a:prstGeom prst="rect">
            <a:avLst/>
          </a:prstGeom>
          <a:solidFill>
            <a:srgbClr val="F5B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" name="TextBox 425"/>
          <p:cNvSpPr txBox="1"/>
          <p:nvPr/>
        </p:nvSpPr>
        <p:spPr>
          <a:xfrm>
            <a:off x="8869680" y="5349240"/>
            <a:ext cx="1188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>
                <a:solidFill>
                  <a:srgbClr val="F5B642"/>
                </a:solidFill>
                <a:latin typeface="Microsoft YaHei"/>
              </a:rPr>
              <a:t>594</a:t>
            </a:r>
          </a:p>
        </p:txBody>
      </p:sp>
      <p:sp>
        <p:nvSpPr>
          <p:cNvPr id="427" name="TextBox 426"/>
          <p:cNvSpPr txBox="1"/>
          <p:nvPr/>
        </p:nvSpPr>
        <p:spPr>
          <a:xfrm>
            <a:off x="8869680" y="5779008"/>
            <a:ext cx="11887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E8EEF7"/>
                </a:solidFill>
                <a:latin typeface="Microsoft YaHei"/>
              </a:rPr>
              <a:t>评分记录</a:t>
            </a:r>
          </a:p>
        </p:txBody>
      </p:sp>
      <p:sp>
        <p:nvSpPr>
          <p:cNvPr id="428" name="Rounded Rectangle 427"/>
          <p:cNvSpPr/>
          <p:nvPr/>
        </p:nvSpPr>
        <p:spPr>
          <a:xfrm>
            <a:off x="10241280" y="5212080"/>
            <a:ext cx="1645920" cy="914400"/>
          </a:xfrm>
          <a:prstGeom prst="roundRect">
            <a:avLst/>
          </a:prstGeom>
          <a:solidFill>
            <a:srgbClr val="1A0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" name="Rectangle 428"/>
          <p:cNvSpPr/>
          <p:nvPr/>
        </p:nvSpPr>
        <p:spPr>
          <a:xfrm>
            <a:off x="10241280" y="5212080"/>
            <a:ext cx="54864" cy="9144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" name="Rectangle 429"/>
          <p:cNvSpPr/>
          <p:nvPr/>
        </p:nvSpPr>
        <p:spPr>
          <a:xfrm>
            <a:off x="10241280" y="5212080"/>
            <a:ext cx="1645920" cy="18288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" name="TextBox 430"/>
          <p:cNvSpPr txBox="1"/>
          <p:nvPr/>
        </p:nvSpPr>
        <p:spPr>
          <a:xfrm>
            <a:off x="10424160" y="534924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>
                <a:solidFill>
                  <a:srgbClr val="4FC3F7"/>
                </a:solidFill>
                <a:latin typeface="Microsoft YaHei"/>
              </a:rPr>
              <a:t>677</a:t>
            </a:r>
          </a:p>
        </p:txBody>
      </p:sp>
      <p:sp>
        <p:nvSpPr>
          <p:cNvPr id="432" name="TextBox 431"/>
          <p:cNvSpPr txBox="1"/>
          <p:nvPr/>
        </p:nvSpPr>
        <p:spPr>
          <a:xfrm>
            <a:off x="10424160" y="5779008"/>
            <a:ext cx="13716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E8EEF7"/>
                </a:solidFill>
                <a:latin typeface="Microsoft YaHei"/>
              </a:rPr>
              <a:t>Chain ID</a:t>
            </a:r>
          </a:p>
        </p:txBody>
      </p:sp>
      <p:sp>
        <p:nvSpPr>
          <p:cNvPr id="433" name="Rectangle 432"/>
          <p:cNvSpPr/>
          <p:nvPr/>
        </p:nvSpPr>
        <p:spPr>
          <a:xfrm>
            <a:off x="0" y="6565392"/>
            <a:ext cx="12191695" cy="45720"/>
          </a:xfrm>
          <a:prstGeom prst="rect">
            <a:avLst/>
          </a:prstGeom>
          <a:solidFill>
            <a:srgbClr val="1A0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" name="Rectangle 433"/>
          <p:cNvSpPr/>
          <p:nvPr/>
        </p:nvSpPr>
        <p:spPr>
          <a:xfrm>
            <a:off x="0" y="6565392"/>
            <a:ext cx="4063898" cy="457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" name="Rectangle 434"/>
          <p:cNvSpPr/>
          <p:nvPr/>
        </p:nvSpPr>
        <p:spPr>
          <a:xfrm>
            <a:off x="0" y="6551676"/>
            <a:ext cx="4063898" cy="109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" name="Oval 435"/>
          <p:cNvSpPr/>
          <p:nvPr/>
        </p:nvSpPr>
        <p:spPr>
          <a:xfrm>
            <a:off x="457200" y="6693408"/>
            <a:ext cx="73152" cy="73152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" name="Oval 436"/>
          <p:cNvSpPr/>
          <p:nvPr/>
        </p:nvSpPr>
        <p:spPr>
          <a:xfrm>
            <a:off x="566928" y="6711696"/>
            <a:ext cx="45720" cy="45720"/>
          </a:xfrm>
          <a:prstGeom prst="ellipse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" name="TextBox 437"/>
          <p:cNvSpPr txBox="1"/>
          <p:nvPr/>
        </p:nvSpPr>
        <p:spPr>
          <a:xfrm>
            <a:off x="685800" y="662940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9AA5B5"/>
                </a:solidFill>
                <a:latin typeface="Microsoft YaHei"/>
              </a:rPr>
              <a:t>FlowForge AI  ·  Shadu Team  ·  v2.67</a:t>
            </a:r>
          </a:p>
        </p:txBody>
      </p:sp>
      <p:sp>
        <p:nvSpPr>
          <p:cNvPr id="439" name="TextBox 438"/>
          <p:cNvSpPr txBox="1"/>
          <p:nvPr/>
        </p:nvSpPr>
        <p:spPr>
          <a:xfrm>
            <a:off x="10058400" y="662940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>
                <a:solidFill>
                  <a:srgbClr val="00E5FF"/>
                </a:solidFill>
                <a:latin typeface="Microsoft YaHei"/>
              </a:rPr>
              <a:t>[ 05 / 15 ]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1628"/>
            </a:gs>
            <a:gs pos="100000">
              <a:srgbClr val="1A0B2E"/>
            </a:gs>
          </a:gsLst>
          <a:lin scaled="0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789920" y="0"/>
            <a:ext cx="1401775" cy="2011680"/>
          </a:xfrm>
          <a:prstGeom prst="ellipse">
            <a:avLst/>
          </a:prstGeom>
          <a:solidFill>
            <a:srgbClr val="F5B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155680" y="0"/>
            <a:ext cx="1036015" cy="1097280"/>
          </a:xfrm>
          <a:prstGeom prst="ellips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0" y="5486400"/>
            <a:ext cx="1645920" cy="1371600"/>
          </a:xfrm>
          <a:prstGeom prst="ellips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704320" y="5029200"/>
            <a:ext cx="487375" cy="914400"/>
          </a:xfrm>
          <a:prstGeom prst="ellipse">
            <a:avLst/>
          </a:prstGeom>
          <a:solidFill>
            <a:srgbClr val="F5B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A0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5486400"/>
            <a:ext cx="12191695" cy="13716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0" y="2286000"/>
            <a:ext cx="3200400" cy="3200400"/>
          </a:xfrm>
          <a:prstGeom prst="ellipse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515600" y="1828800"/>
            <a:ext cx="1676095" cy="3200400"/>
          </a:xfrm>
          <a:prstGeom prst="ellipse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0" y="0"/>
            <a:ext cx="4572000" cy="4572000"/>
          </a:xfrm>
          <a:prstGeom prst="ellipse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0" y="2743200"/>
            <a:ext cx="3047695" cy="4114800"/>
          </a:xfrm>
          <a:prstGeom prst="ellipse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57600" y="0"/>
            <a:ext cx="3657600" cy="3657600"/>
          </a:xfrm>
          <a:prstGeom prst="ellipse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64592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6888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9184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1480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93776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76072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0664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5256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87552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69848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52144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2344400" y="0"/>
            <a:ext cx="182880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74320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2295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371600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920240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468880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017520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566160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114800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663440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21207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76071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30935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85799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40663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95527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50391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05255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60119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14983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69847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124711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179575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274320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82295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371600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920240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2468880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3017520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3566160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4114800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4663440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521207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576071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630935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685799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740663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795527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50391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905255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960119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1014983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1069847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1124711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179575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274320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82295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1371600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1920240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2468880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3017520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3566160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4114800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4663440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521207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576071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630935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685799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740663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795527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850391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905255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960119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1014983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1069847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1124711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1179575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274320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82295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1371600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1920240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2468880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3017520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3566160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4114800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4663440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521207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576071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630935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685799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740663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795527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850391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905255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960119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1014983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1069847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1124711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1179575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274320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82295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1371600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1920240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2468880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3017520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3566160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4114800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4663440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521207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576071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630935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685799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740663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795527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850391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905255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960119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1014983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1069847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1124711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1179575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274320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82295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1371600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1920240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2468880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3017520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3566160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4114800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4663440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521207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576071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630935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685799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740663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795527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850391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905255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960119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1014983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1069847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1124711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1179575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274320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82295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1371600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1920240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2468880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3017520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3566160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4114800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4663440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521207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576071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630935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685799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740663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795527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850391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905255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960119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1014983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1069847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1124711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1179575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274320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82295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1371600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1920240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2468880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3017520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3566160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4114800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4663440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521207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576071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630935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xfrm>
            <a:off x="685799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xfrm>
            <a:off x="740663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Oval 198"/>
          <p:cNvSpPr/>
          <p:nvPr/>
        </p:nvSpPr>
        <p:spPr>
          <a:xfrm>
            <a:off x="795527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>
            <a:off x="850391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905255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960119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1014983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1069847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Oval 204"/>
          <p:cNvSpPr/>
          <p:nvPr/>
        </p:nvSpPr>
        <p:spPr>
          <a:xfrm>
            <a:off x="1124711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Oval 205"/>
          <p:cNvSpPr/>
          <p:nvPr/>
        </p:nvSpPr>
        <p:spPr>
          <a:xfrm>
            <a:off x="1179575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>
            <a:off x="274320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Oval 207"/>
          <p:cNvSpPr/>
          <p:nvPr/>
        </p:nvSpPr>
        <p:spPr>
          <a:xfrm>
            <a:off x="82295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Oval 208"/>
          <p:cNvSpPr/>
          <p:nvPr/>
        </p:nvSpPr>
        <p:spPr>
          <a:xfrm>
            <a:off x="1371600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Oval 209"/>
          <p:cNvSpPr/>
          <p:nvPr/>
        </p:nvSpPr>
        <p:spPr>
          <a:xfrm>
            <a:off x="1920240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Oval 210"/>
          <p:cNvSpPr/>
          <p:nvPr/>
        </p:nvSpPr>
        <p:spPr>
          <a:xfrm>
            <a:off x="2468880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Oval 211"/>
          <p:cNvSpPr/>
          <p:nvPr/>
        </p:nvSpPr>
        <p:spPr>
          <a:xfrm>
            <a:off x="3017520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Oval 212"/>
          <p:cNvSpPr/>
          <p:nvPr/>
        </p:nvSpPr>
        <p:spPr>
          <a:xfrm>
            <a:off x="3566160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4114800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4663440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521207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576071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630935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685799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740663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795527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850391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905255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960119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1014983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1069847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1124711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1179575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274320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82295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1371600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1920240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2468880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3017520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3566160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4114800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4663440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521207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576071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630935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685799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740663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Oval 242"/>
          <p:cNvSpPr/>
          <p:nvPr/>
        </p:nvSpPr>
        <p:spPr>
          <a:xfrm>
            <a:off x="795527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Oval 243"/>
          <p:cNvSpPr/>
          <p:nvPr/>
        </p:nvSpPr>
        <p:spPr>
          <a:xfrm>
            <a:off x="850391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Oval 244"/>
          <p:cNvSpPr/>
          <p:nvPr/>
        </p:nvSpPr>
        <p:spPr>
          <a:xfrm>
            <a:off x="905255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Oval 245"/>
          <p:cNvSpPr/>
          <p:nvPr/>
        </p:nvSpPr>
        <p:spPr>
          <a:xfrm>
            <a:off x="960119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Oval 246"/>
          <p:cNvSpPr/>
          <p:nvPr/>
        </p:nvSpPr>
        <p:spPr>
          <a:xfrm>
            <a:off x="1014983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Oval 247"/>
          <p:cNvSpPr/>
          <p:nvPr/>
        </p:nvSpPr>
        <p:spPr>
          <a:xfrm>
            <a:off x="1069847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Oval 248"/>
          <p:cNvSpPr/>
          <p:nvPr/>
        </p:nvSpPr>
        <p:spPr>
          <a:xfrm>
            <a:off x="1124711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Oval 249"/>
          <p:cNvSpPr/>
          <p:nvPr/>
        </p:nvSpPr>
        <p:spPr>
          <a:xfrm>
            <a:off x="1179575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Oval 250"/>
          <p:cNvSpPr/>
          <p:nvPr/>
        </p:nvSpPr>
        <p:spPr>
          <a:xfrm>
            <a:off x="274320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Oval 251"/>
          <p:cNvSpPr/>
          <p:nvPr/>
        </p:nvSpPr>
        <p:spPr>
          <a:xfrm>
            <a:off x="82295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Oval 252"/>
          <p:cNvSpPr/>
          <p:nvPr/>
        </p:nvSpPr>
        <p:spPr>
          <a:xfrm>
            <a:off x="1371600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Oval 253"/>
          <p:cNvSpPr/>
          <p:nvPr/>
        </p:nvSpPr>
        <p:spPr>
          <a:xfrm>
            <a:off x="1920240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Oval 254"/>
          <p:cNvSpPr/>
          <p:nvPr/>
        </p:nvSpPr>
        <p:spPr>
          <a:xfrm>
            <a:off x="2468880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Oval 255"/>
          <p:cNvSpPr/>
          <p:nvPr/>
        </p:nvSpPr>
        <p:spPr>
          <a:xfrm>
            <a:off x="3017520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Oval 256"/>
          <p:cNvSpPr/>
          <p:nvPr/>
        </p:nvSpPr>
        <p:spPr>
          <a:xfrm>
            <a:off x="3566160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Oval 257"/>
          <p:cNvSpPr/>
          <p:nvPr/>
        </p:nvSpPr>
        <p:spPr>
          <a:xfrm>
            <a:off x="4114800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Oval 258"/>
          <p:cNvSpPr/>
          <p:nvPr/>
        </p:nvSpPr>
        <p:spPr>
          <a:xfrm>
            <a:off x="4663440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Oval 259"/>
          <p:cNvSpPr/>
          <p:nvPr/>
        </p:nvSpPr>
        <p:spPr>
          <a:xfrm>
            <a:off x="521207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Oval 260"/>
          <p:cNvSpPr/>
          <p:nvPr/>
        </p:nvSpPr>
        <p:spPr>
          <a:xfrm>
            <a:off x="576071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Oval 261"/>
          <p:cNvSpPr/>
          <p:nvPr/>
        </p:nvSpPr>
        <p:spPr>
          <a:xfrm>
            <a:off x="630935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Oval 262"/>
          <p:cNvSpPr/>
          <p:nvPr/>
        </p:nvSpPr>
        <p:spPr>
          <a:xfrm>
            <a:off x="685799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Oval 263"/>
          <p:cNvSpPr/>
          <p:nvPr/>
        </p:nvSpPr>
        <p:spPr>
          <a:xfrm>
            <a:off x="740663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Oval 264"/>
          <p:cNvSpPr/>
          <p:nvPr/>
        </p:nvSpPr>
        <p:spPr>
          <a:xfrm>
            <a:off x="795527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Oval 265"/>
          <p:cNvSpPr/>
          <p:nvPr/>
        </p:nvSpPr>
        <p:spPr>
          <a:xfrm>
            <a:off x="850391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Oval 266"/>
          <p:cNvSpPr/>
          <p:nvPr/>
        </p:nvSpPr>
        <p:spPr>
          <a:xfrm>
            <a:off x="905255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Oval 267"/>
          <p:cNvSpPr/>
          <p:nvPr/>
        </p:nvSpPr>
        <p:spPr>
          <a:xfrm>
            <a:off x="960119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Oval 268"/>
          <p:cNvSpPr/>
          <p:nvPr/>
        </p:nvSpPr>
        <p:spPr>
          <a:xfrm>
            <a:off x="1014983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Oval 269"/>
          <p:cNvSpPr/>
          <p:nvPr/>
        </p:nvSpPr>
        <p:spPr>
          <a:xfrm>
            <a:off x="1069847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Oval 270"/>
          <p:cNvSpPr/>
          <p:nvPr/>
        </p:nvSpPr>
        <p:spPr>
          <a:xfrm>
            <a:off x="1124711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Oval 271"/>
          <p:cNvSpPr/>
          <p:nvPr/>
        </p:nvSpPr>
        <p:spPr>
          <a:xfrm>
            <a:off x="1179575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Oval 272"/>
          <p:cNvSpPr/>
          <p:nvPr/>
        </p:nvSpPr>
        <p:spPr>
          <a:xfrm>
            <a:off x="274320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Oval 273"/>
          <p:cNvSpPr/>
          <p:nvPr/>
        </p:nvSpPr>
        <p:spPr>
          <a:xfrm>
            <a:off x="82295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Oval 274"/>
          <p:cNvSpPr/>
          <p:nvPr/>
        </p:nvSpPr>
        <p:spPr>
          <a:xfrm>
            <a:off x="1371600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Oval 275"/>
          <p:cNvSpPr/>
          <p:nvPr/>
        </p:nvSpPr>
        <p:spPr>
          <a:xfrm>
            <a:off x="1920240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Oval 276"/>
          <p:cNvSpPr/>
          <p:nvPr/>
        </p:nvSpPr>
        <p:spPr>
          <a:xfrm>
            <a:off x="2468880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Oval 277"/>
          <p:cNvSpPr/>
          <p:nvPr/>
        </p:nvSpPr>
        <p:spPr>
          <a:xfrm>
            <a:off x="3017520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Oval 278"/>
          <p:cNvSpPr/>
          <p:nvPr/>
        </p:nvSpPr>
        <p:spPr>
          <a:xfrm>
            <a:off x="3566160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Oval 279"/>
          <p:cNvSpPr/>
          <p:nvPr/>
        </p:nvSpPr>
        <p:spPr>
          <a:xfrm>
            <a:off x="4114800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Oval 280"/>
          <p:cNvSpPr/>
          <p:nvPr/>
        </p:nvSpPr>
        <p:spPr>
          <a:xfrm>
            <a:off x="4663440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Oval 281"/>
          <p:cNvSpPr/>
          <p:nvPr/>
        </p:nvSpPr>
        <p:spPr>
          <a:xfrm>
            <a:off x="521207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Oval 282"/>
          <p:cNvSpPr/>
          <p:nvPr/>
        </p:nvSpPr>
        <p:spPr>
          <a:xfrm>
            <a:off x="576071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Oval 283"/>
          <p:cNvSpPr/>
          <p:nvPr/>
        </p:nvSpPr>
        <p:spPr>
          <a:xfrm>
            <a:off x="630935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Oval 284"/>
          <p:cNvSpPr/>
          <p:nvPr/>
        </p:nvSpPr>
        <p:spPr>
          <a:xfrm>
            <a:off x="685799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Oval 285"/>
          <p:cNvSpPr/>
          <p:nvPr/>
        </p:nvSpPr>
        <p:spPr>
          <a:xfrm>
            <a:off x="740663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Oval 286"/>
          <p:cNvSpPr/>
          <p:nvPr/>
        </p:nvSpPr>
        <p:spPr>
          <a:xfrm>
            <a:off x="795527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Oval 287"/>
          <p:cNvSpPr/>
          <p:nvPr/>
        </p:nvSpPr>
        <p:spPr>
          <a:xfrm>
            <a:off x="850391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Oval 288"/>
          <p:cNvSpPr/>
          <p:nvPr/>
        </p:nvSpPr>
        <p:spPr>
          <a:xfrm>
            <a:off x="905255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Oval 289"/>
          <p:cNvSpPr/>
          <p:nvPr/>
        </p:nvSpPr>
        <p:spPr>
          <a:xfrm>
            <a:off x="960119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Oval 290"/>
          <p:cNvSpPr/>
          <p:nvPr/>
        </p:nvSpPr>
        <p:spPr>
          <a:xfrm>
            <a:off x="1014983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Oval 291"/>
          <p:cNvSpPr/>
          <p:nvPr/>
        </p:nvSpPr>
        <p:spPr>
          <a:xfrm>
            <a:off x="1069847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Oval 292"/>
          <p:cNvSpPr/>
          <p:nvPr/>
        </p:nvSpPr>
        <p:spPr>
          <a:xfrm>
            <a:off x="1124711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Oval 293"/>
          <p:cNvSpPr/>
          <p:nvPr/>
        </p:nvSpPr>
        <p:spPr>
          <a:xfrm>
            <a:off x="1179575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Rectangle 294"/>
          <p:cNvSpPr/>
          <p:nvPr/>
        </p:nvSpPr>
        <p:spPr>
          <a:xfrm>
            <a:off x="91479" y="4257697"/>
            <a:ext cx="2583260" cy="109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Rectangle 295"/>
          <p:cNvSpPr/>
          <p:nvPr/>
        </p:nvSpPr>
        <p:spPr>
          <a:xfrm>
            <a:off x="2693717" y="1783875"/>
            <a:ext cx="3685122" cy="109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Rectangle 296"/>
          <p:cNvSpPr/>
          <p:nvPr/>
        </p:nvSpPr>
        <p:spPr>
          <a:xfrm>
            <a:off x="317987" y="5759958"/>
            <a:ext cx="2986215" cy="109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Rectangle 297"/>
          <p:cNvSpPr/>
          <p:nvPr/>
        </p:nvSpPr>
        <p:spPr>
          <a:xfrm>
            <a:off x="799690" y="634302"/>
            <a:ext cx="3215090" cy="109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Rectangle 298"/>
          <p:cNvSpPr/>
          <p:nvPr/>
        </p:nvSpPr>
        <p:spPr>
          <a:xfrm>
            <a:off x="727268" y="614919"/>
            <a:ext cx="3611562" cy="109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ectangle 299"/>
          <p:cNvSpPr/>
          <p:nvPr/>
        </p:nvSpPr>
        <p:spPr>
          <a:xfrm>
            <a:off x="806283" y="3696114"/>
            <a:ext cx="3445273" cy="109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Rectangle 300"/>
          <p:cNvSpPr/>
          <p:nvPr/>
        </p:nvSpPr>
        <p:spPr>
          <a:xfrm>
            <a:off x="9560961" y="23769"/>
            <a:ext cx="10972" cy="3302482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Rectangle 301"/>
          <p:cNvSpPr/>
          <p:nvPr/>
        </p:nvSpPr>
        <p:spPr>
          <a:xfrm>
            <a:off x="8309257" y="1244500"/>
            <a:ext cx="10972" cy="2113140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ectangle 302"/>
          <p:cNvSpPr/>
          <p:nvPr/>
        </p:nvSpPr>
        <p:spPr>
          <a:xfrm>
            <a:off x="11223090" y="1231128"/>
            <a:ext cx="10972" cy="1998413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Rectangle 303"/>
          <p:cNvSpPr/>
          <p:nvPr/>
        </p:nvSpPr>
        <p:spPr>
          <a:xfrm>
            <a:off x="1544980" y="3099795"/>
            <a:ext cx="10972" cy="2932894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Rectangle 304"/>
          <p:cNvSpPr/>
          <p:nvPr/>
        </p:nvSpPr>
        <p:spPr>
          <a:xfrm>
            <a:off x="9535068" y="2669066"/>
            <a:ext cx="10972" cy="2809453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Oval 305"/>
          <p:cNvSpPr/>
          <p:nvPr/>
        </p:nvSpPr>
        <p:spPr>
          <a:xfrm>
            <a:off x="11135004" y="2637830"/>
            <a:ext cx="54864" cy="5486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Oval 306"/>
          <p:cNvSpPr/>
          <p:nvPr/>
        </p:nvSpPr>
        <p:spPr>
          <a:xfrm>
            <a:off x="11116716" y="2619542"/>
            <a:ext cx="91440" cy="914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Oval 307"/>
          <p:cNvSpPr/>
          <p:nvPr/>
        </p:nvSpPr>
        <p:spPr>
          <a:xfrm>
            <a:off x="6514631" y="5235168"/>
            <a:ext cx="54864" cy="5486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Oval 308"/>
          <p:cNvSpPr/>
          <p:nvPr/>
        </p:nvSpPr>
        <p:spPr>
          <a:xfrm>
            <a:off x="6496343" y="5216880"/>
            <a:ext cx="91440" cy="914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Oval 309"/>
          <p:cNvSpPr/>
          <p:nvPr/>
        </p:nvSpPr>
        <p:spPr>
          <a:xfrm>
            <a:off x="7244093" y="5421252"/>
            <a:ext cx="54864" cy="5486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Oval 310"/>
          <p:cNvSpPr/>
          <p:nvPr/>
        </p:nvSpPr>
        <p:spPr>
          <a:xfrm>
            <a:off x="7225805" y="5402964"/>
            <a:ext cx="91440" cy="914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Oval 311"/>
          <p:cNvSpPr/>
          <p:nvPr/>
        </p:nvSpPr>
        <p:spPr>
          <a:xfrm>
            <a:off x="6792369" y="4516041"/>
            <a:ext cx="54864" cy="5486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Oval 312"/>
          <p:cNvSpPr/>
          <p:nvPr/>
        </p:nvSpPr>
        <p:spPr>
          <a:xfrm>
            <a:off x="6774081" y="4497753"/>
            <a:ext cx="91440" cy="914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Oval 313"/>
          <p:cNvSpPr/>
          <p:nvPr/>
        </p:nvSpPr>
        <p:spPr>
          <a:xfrm>
            <a:off x="960021" y="1770058"/>
            <a:ext cx="54864" cy="5486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Oval 314"/>
          <p:cNvSpPr/>
          <p:nvPr/>
        </p:nvSpPr>
        <p:spPr>
          <a:xfrm>
            <a:off x="941733" y="1751770"/>
            <a:ext cx="91440" cy="914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Oval 315"/>
          <p:cNvSpPr/>
          <p:nvPr/>
        </p:nvSpPr>
        <p:spPr>
          <a:xfrm>
            <a:off x="3632596" y="916859"/>
            <a:ext cx="54864" cy="5486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Oval 316"/>
          <p:cNvSpPr/>
          <p:nvPr/>
        </p:nvSpPr>
        <p:spPr>
          <a:xfrm>
            <a:off x="3614308" y="898571"/>
            <a:ext cx="91440" cy="914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Oval 317"/>
          <p:cNvSpPr/>
          <p:nvPr/>
        </p:nvSpPr>
        <p:spPr>
          <a:xfrm>
            <a:off x="3011567" y="1039040"/>
            <a:ext cx="54864" cy="5486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Oval 318"/>
          <p:cNvSpPr/>
          <p:nvPr/>
        </p:nvSpPr>
        <p:spPr>
          <a:xfrm>
            <a:off x="2993279" y="1020752"/>
            <a:ext cx="91440" cy="914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Oval 319"/>
          <p:cNvSpPr/>
          <p:nvPr/>
        </p:nvSpPr>
        <p:spPr>
          <a:xfrm>
            <a:off x="3507348" y="4119200"/>
            <a:ext cx="54864" cy="5486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Oval 320"/>
          <p:cNvSpPr/>
          <p:nvPr/>
        </p:nvSpPr>
        <p:spPr>
          <a:xfrm>
            <a:off x="3489060" y="4100912"/>
            <a:ext cx="91440" cy="914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Oval 321"/>
          <p:cNvSpPr/>
          <p:nvPr/>
        </p:nvSpPr>
        <p:spPr>
          <a:xfrm>
            <a:off x="4460430" y="2589708"/>
            <a:ext cx="54864" cy="5486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Oval 322"/>
          <p:cNvSpPr/>
          <p:nvPr/>
        </p:nvSpPr>
        <p:spPr>
          <a:xfrm>
            <a:off x="4442142" y="2571420"/>
            <a:ext cx="91440" cy="914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Oval 323"/>
          <p:cNvSpPr/>
          <p:nvPr/>
        </p:nvSpPr>
        <p:spPr>
          <a:xfrm>
            <a:off x="2756078" y="1995184"/>
            <a:ext cx="54864" cy="5486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Oval 324"/>
          <p:cNvSpPr/>
          <p:nvPr/>
        </p:nvSpPr>
        <p:spPr>
          <a:xfrm>
            <a:off x="2737790" y="1976896"/>
            <a:ext cx="91440" cy="914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Rectangle 325"/>
          <p:cNvSpPr/>
          <p:nvPr/>
        </p:nvSpPr>
        <p:spPr>
          <a:xfrm>
            <a:off x="0" y="182880"/>
            <a:ext cx="4114800" cy="1828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Rectangle 326"/>
          <p:cNvSpPr/>
          <p:nvPr/>
        </p:nvSpPr>
        <p:spPr>
          <a:xfrm>
            <a:off x="0" y="320040"/>
            <a:ext cx="2743200" cy="13716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Rectangle 327"/>
          <p:cNvSpPr/>
          <p:nvPr/>
        </p:nvSpPr>
        <p:spPr>
          <a:xfrm>
            <a:off x="8046720" y="6446520"/>
            <a:ext cx="4114800" cy="18288"/>
          </a:xfrm>
          <a:prstGeom prst="rect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Rectangle 328"/>
          <p:cNvSpPr/>
          <p:nvPr/>
        </p:nvSpPr>
        <p:spPr>
          <a:xfrm>
            <a:off x="9418320" y="6309360"/>
            <a:ext cx="2743200" cy="1371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Rectangle 329"/>
          <p:cNvSpPr/>
          <p:nvPr/>
        </p:nvSpPr>
        <p:spPr>
          <a:xfrm>
            <a:off x="5029200" y="0"/>
            <a:ext cx="9144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Rectangle 330"/>
          <p:cNvSpPr/>
          <p:nvPr/>
        </p:nvSpPr>
        <p:spPr>
          <a:xfrm>
            <a:off x="5166360" y="0"/>
            <a:ext cx="9144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Rectangle 331"/>
          <p:cNvSpPr/>
          <p:nvPr/>
        </p:nvSpPr>
        <p:spPr>
          <a:xfrm>
            <a:off x="5303520" y="0"/>
            <a:ext cx="9144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Rectangle 332"/>
          <p:cNvSpPr/>
          <p:nvPr/>
        </p:nvSpPr>
        <p:spPr>
          <a:xfrm>
            <a:off x="0" y="137160"/>
            <a:ext cx="12191695" cy="548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Rectangle 333"/>
          <p:cNvSpPr/>
          <p:nvPr/>
        </p:nvSpPr>
        <p:spPr>
          <a:xfrm>
            <a:off x="0" y="978408"/>
            <a:ext cx="12191695" cy="548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Rectangle 334"/>
          <p:cNvSpPr/>
          <p:nvPr/>
        </p:nvSpPr>
        <p:spPr>
          <a:xfrm>
            <a:off x="0" y="1819656"/>
            <a:ext cx="12191695" cy="548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Rectangle 335"/>
          <p:cNvSpPr/>
          <p:nvPr/>
        </p:nvSpPr>
        <p:spPr>
          <a:xfrm>
            <a:off x="0" y="2660904"/>
            <a:ext cx="12191695" cy="548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Rectangle 336"/>
          <p:cNvSpPr/>
          <p:nvPr/>
        </p:nvSpPr>
        <p:spPr>
          <a:xfrm>
            <a:off x="0" y="3502152"/>
            <a:ext cx="12191695" cy="548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Rectangle 337"/>
          <p:cNvSpPr/>
          <p:nvPr/>
        </p:nvSpPr>
        <p:spPr>
          <a:xfrm>
            <a:off x="0" y="4343400"/>
            <a:ext cx="12191695" cy="548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Rectangle 338"/>
          <p:cNvSpPr/>
          <p:nvPr/>
        </p:nvSpPr>
        <p:spPr>
          <a:xfrm>
            <a:off x="0" y="5184648"/>
            <a:ext cx="12191695" cy="548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Rectangle 339"/>
          <p:cNvSpPr/>
          <p:nvPr/>
        </p:nvSpPr>
        <p:spPr>
          <a:xfrm>
            <a:off x="0" y="6025896"/>
            <a:ext cx="12191695" cy="548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Oval 340"/>
          <p:cNvSpPr/>
          <p:nvPr/>
        </p:nvSpPr>
        <p:spPr>
          <a:xfrm>
            <a:off x="4835217" y="1361247"/>
            <a:ext cx="94339" cy="94339"/>
          </a:xfrm>
          <a:prstGeom prst="ellipse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Oval 341"/>
          <p:cNvSpPr/>
          <p:nvPr/>
        </p:nvSpPr>
        <p:spPr>
          <a:xfrm>
            <a:off x="6347216" y="4515070"/>
            <a:ext cx="91141" cy="91141"/>
          </a:xfrm>
          <a:prstGeom prst="ellipse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Oval 342"/>
          <p:cNvSpPr/>
          <p:nvPr/>
        </p:nvSpPr>
        <p:spPr>
          <a:xfrm>
            <a:off x="1768894" y="6349443"/>
            <a:ext cx="44408" cy="44408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Oval 343"/>
          <p:cNvSpPr/>
          <p:nvPr/>
        </p:nvSpPr>
        <p:spPr>
          <a:xfrm>
            <a:off x="5353617" y="2195498"/>
            <a:ext cx="64476" cy="64476"/>
          </a:xfrm>
          <a:prstGeom prst="ellipse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Oval 344"/>
          <p:cNvSpPr/>
          <p:nvPr/>
        </p:nvSpPr>
        <p:spPr>
          <a:xfrm>
            <a:off x="1585861" y="5312615"/>
            <a:ext cx="58162" cy="58162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Oval 345"/>
          <p:cNvSpPr/>
          <p:nvPr/>
        </p:nvSpPr>
        <p:spPr>
          <a:xfrm>
            <a:off x="5370210" y="1419817"/>
            <a:ext cx="47888" cy="47888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Oval 346"/>
          <p:cNvSpPr/>
          <p:nvPr/>
        </p:nvSpPr>
        <p:spPr>
          <a:xfrm>
            <a:off x="11604956" y="4210089"/>
            <a:ext cx="97515" cy="97515"/>
          </a:xfrm>
          <a:prstGeom prst="ellipse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Oval 347"/>
          <p:cNvSpPr/>
          <p:nvPr/>
        </p:nvSpPr>
        <p:spPr>
          <a:xfrm>
            <a:off x="9726414" y="4568740"/>
            <a:ext cx="69334" cy="69334"/>
          </a:xfrm>
          <a:prstGeom prst="ellipse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Oval 348"/>
          <p:cNvSpPr/>
          <p:nvPr/>
        </p:nvSpPr>
        <p:spPr>
          <a:xfrm>
            <a:off x="974463" y="1096331"/>
            <a:ext cx="37450" cy="3745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Oval 349"/>
          <p:cNvSpPr/>
          <p:nvPr/>
        </p:nvSpPr>
        <p:spPr>
          <a:xfrm>
            <a:off x="10439447" y="4646868"/>
            <a:ext cx="77961" cy="77961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Oval 350"/>
          <p:cNvSpPr/>
          <p:nvPr/>
        </p:nvSpPr>
        <p:spPr>
          <a:xfrm>
            <a:off x="6668467" y="713150"/>
            <a:ext cx="54870" cy="54870"/>
          </a:xfrm>
          <a:prstGeom prst="ellipse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Oval 351"/>
          <p:cNvSpPr/>
          <p:nvPr/>
        </p:nvSpPr>
        <p:spPr>
          <a:xfrm>
            <a:off x="11603437" y="2455060"/>
            <a:ext cx="38153" cy="38153"/>
          </a:xfrm>
          <a:prstGeom prst="ellipse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Oval 352"/>
          <p:cNvSpPr/>
          <p:nvPr/>
        </p:nvSpPr>
        <p:spPr>
          <a:xfrm>
            <a:off x="6860823" y="3934604"/>
            <a:ext cx="75416" cy="75416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Oval 353"/>
          <p:cNvSpPr/>
          <p:nvPr/>
        </p:nvSpPr>
        <p:spPr>
          <a:xfrm>
            <a:off x="3831632" y="2853451"/>
            <a:ext cx="84921" cy="84921"/>
          </a:xfrm>
          <a:prstGeom prst="ellipse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Oval 354"/>
          <p:cNvSpPr/>
          <p:nvPr/>
        </p:nvSpPr>
        <p:spPr>
          <a:xfrm>
            <a:off x="5750328" y="4098430"/>
            <a:ext cx="98027" cy="98027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Oval 355"/>
          <p:cNvSpPr/>
          <p:nvPr/>
        </p:nvSpPr>
        <p:spPr>
          <a:xfrm>
            <a:off x="9803789" y="397143"/>
            <a:ext cx="57201" cy="57201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Oval 356"/>
          <p:cNvSpPr/>
          <p:nvPr/>
        </p:nvSpPr>
        <p:spPr>
          <a:xfrm>
            <a:off x="5447626" y="4969001"/>
            <a:ext cx="81875" cy="81875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Oval 357"/>
          <p:cNvSpPr/>
          <p:nvPr/>
        </p:nvSpPr>
        <p:spPr>
          <a:xfrm>
            <a:off x="8872455" y="1060573"/>
            <a:ext cx="59183" cy="59183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Oval 358"/>
          <p:cNvSpPr/>
          <p:nvPr/>
        </p:nvSpPr>
        <p:spPr>
          <a:xfrm>
            <a:off x="8934753" y="2895632"/>
            <a:ext cx="66810" cy="6681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Oval 359"/>
          <p:cNvSpPr/>
          <p:nvPr/>
        </p:nvSpPr>
        <p:spPr>
          <a:xfrm>
            <a:off x="718963" y="6269433"/>
            <a:ext cx="97109" cy="97109"/>
          </a:xfrm>
          <a:prstGeom prst="ellipse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Oval 360"/>
          <p:cNvSpPr/>
          <p:nvPr/>
        </p:nvSpPr>
        <p:spPr>
          <a:xfrm>
            <a:off x="8870331" y="5019754"/>
            <a:ext cx="67484" cy="67484"/>
          </a:xfrm>
          <a:prstGeom prst="ellipse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Oval 361"/>
          <p:cNvSpPr/>
          <p:nvPr/>
        </p:nvSpPr>
        <p:spPr>
          <a:xfrm>
            <a:off x="1235623" y="4509817"/>
            <a:ext cx="70418" cy="70418"/>
          </a:xfrm>
          <a:prstGeom prst="ellipse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Oval 362"/>
          <p:cNvSpPr/>
          <p:nvPr/>
        </p:nvSpPr>
        <p:spPr>
          <a:xfrm>
            <a:off x="2404733" y="4806135"/>
            <a:ext cx="39306" cy="39306"/>
          </a:xfrm>
          <a:prstGeom prst="ellipse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Oval 363"/>
          <p:cNvSpPr/>
          <p:nvPr/>
        </p:nvSpPr>
        <p:spPr>
          <a:xfrm>
            <a:off x="2518251" y="2610412"/>
            <a:ext cx="75306" cy="75306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Oval 364"/>
          <p:cNvSpPr/>
          <p:nvPr/>
        </p:nvSpPr>
        <p:spPr>
          <a:xfrm>
            <a:off x="6375392" y="2664231"/>
            <a:ext cx="80753" cy="80753"/>
          </a:xfrm>
          <a:prstGeom prst="ellipse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Oval 365"/>
          <p:cNvSpPr/>
          <p:nvPr/>
        </p:nvSpPr>
        <p:spPr>
          <a:xfrm>
            <a:off x="3069473" y="5571498"/>
            <a:ext cx="38829" cy="38829"/>
          </a:xfrm>
          <a:prstGeom prst="ellipse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Oval 366"/>
          <p:cNvSpPr/>
          <p:nvPr/>
        </p:nvSpPr>
        <p:spPr>
          <a:xfrm>
            <a:off x="11772815" y="2672299"/>
            <a:ext cx="60213" cy="60213"/>
          </a:xfrm>
          <a:prstGeom prst="ellipse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Oval 367"/>
          <p:cNvSpPr/>
          <p:nvPr/>
        </p:nvSpPr>
        <p:spPr>
          <a:xfrm>
            <a:off x="10318903" y="3573868"/>
            <a:ext cx="74940" cy="749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Rectangle 368"/>
          <p:cNvSpPr/>
          <p:nvPr/>
        </p:nvSpPr>
        <p:spPr>
          <a:xfrm>
            <a:off x="137160" y="137160"/>
            <a:ext cx="347472" cy="4114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Rectangle 369"/>
          <p:cNvSpPr/>
          <p:nvPr/>
        </p:nvSpPr>
        <p:spPr>
          <a:xfrm>
            <a:off x="137160" y="137160"/>
            <a:ext cx="41148" cy="3474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Rectangle 370"/>
          <p:cNvSpPr/>
          <p:nvPr/>
        </p:nvSpPr>
        <p:spPr>
          <a:xfrm>
            <a:off x="11707063" y="137160"/>
            <a:ext cx="347472" cy="41148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Rectangle 371"/>
          <p:cNvSpPr/>
          <p:nvPr/>
        </p:nvSpPr>
        <p:spPr>
          <a:xfrm>
            <a:off x="12013387" y="137160"/>
            <a:ext cx="41148" cy="347472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Rectangle 372"/>
          <p:cNvSpPr/>
          <p:nvPr/>
        </p:nvSpPr>
        <p:spPr>
          <a:xfrm>
            <a:off x="137160" y="6679692"/>
            <a:ext cx="347472" cy="41148"/>
          </a:xfrm>
          <a:prstGeom prst="rect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Rectangle 373"/>
          <p:cNvSpPr/>
          <p:nvPr/>
        </p:nvSpPr>
        <p:spPr>
          <a:xfrm>
            <a:off x="137160" y="6373368"/>
            <a:ext cx="41148" cy="347472"/>
          </a:xfrm>
          <a:prstGeom prst="rect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Rectangle 374"/>
          <p:cNvSpPr/>
          <p:nvPr/>
        </p:nvSpPr>
        <p:spPr>
          <a:xfrm>
            <a:off x="11707063" y="6679692"/>
            <a:ext cx="347472" cy="4114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Rectangle 375"/>
          <p:cNvSpPr/>
          <p:nvPr/>
        </p:nvSpPr>
        <p:spPr>
          <a:xfrm>
            <a:off x="12013387" y="6373368"/>
            <a:ext cx="41148" cy="3474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Rectangle 376"/>
          <p:cNvSpPr/>
          <p:nvPr/>
        </p:nvSpPr>
        <p:spPr>
          <a:xfrm>
            <a:off x="54864" y="54864"/>
            <a:ext cx="12081967" cy="2286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Rectangle 377"/>
          <p:cNvSpPr/>
          <p:nvPr/>
        </p:nvSpPr>
        <p:spPr>
          <a:xfrm>
            <a:off x="54864" y="6780276"/>
            <a:ext cx="12081967" cy="2286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Rectangle 378"/>
          <p:cNvSpPr/>
          <p:nvPr/>
        </p:nvSpPr>
        <p:spPr>
          <a:xfrm>
            <a:off x="54864" y="54864"/>
            <a:ext cx="22860" cy="6748272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Rectangle 379"/>
          <p:cNvSpPr/>
          <p:nvPr/>
        </p:nvSpPr>
        <p:spPr>
          <a:xfrm>
            <a:off x="12113971" y="54864"/>
            <a:ext cx="22860" cy="6748272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Rectangle 380"/>
          <p:cNvSpPr/>
          <p:nvPr/>
        </p:nvSpPr>
        <p:spPr>
          <a:xfrm>
            <a:off x="82296" y="82296"/>
            <a:ext cx="12027103" cy="16459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Rectangle 381"/>
          <p:cNvSpPr/>
          <p:nvPr/>
        </p:nvSpPr>
        <p:spPr>
          <a:xfrm>
            <a:off x="82296" y="6759245"/>
            <a:ext cx="12027103" cy="16459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Rectangle 382"/>
          <p:cNvSpPr/>
          <p:nvPr/>
        </p:nvSpPr>
        <p:spPr>
          <a:xfrm>
            <a:off x="109728" y="109728"/>
            <a:ext cx="11972239" cy="109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Rectangle 383"/>
          <p:cNvSpPr/>
          <p:nvPr/>
        </p:nvSpPr>
        <p:spPr>
          <a:xfrm>
            <a:off x="109728" y="6737300"/>
            <a:ext cx="11972239" cy="109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Rectangle 384"/>
          <p:cNvSpPr/>
          <p:nvPr/>
        </p:nvSpPr>
        <p:spPr>
          <a:xfrm>
            <a:off x="109728" y="109728"/>
            <a:ext cx="10972" cy="663854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Rectangle 385"/>
          <p:cNvSpPr/>
          <p:nvPr/>
        </p:nvSpPr>
        <p:spPr>
          <a:xfrm>
            <a:off x="12070995" y="109728"/>
            <a:ext cx="10972" cy="663854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Rectangle 386"/>
          <p:cNvSpPr/>
          <p:nvPr/>
        </p:nvSpPr>
        <p:spPr>
          <a:xfrm>
            <a:off x="457200" y="365760"/>
            <a:ext cx="109728" cy="82296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Rectangle 387"/>
          <p:cNvSpPr/>
          <p:nvPr/>
        </p:nvSpPr>
        <p:spPr>
          <a:xfrm>
            <a:off x="566928" y="365760"/>
            <a:ext cx="36576" cy="822960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TextBox 388"/>
          <p:cNvSpPr txBox="1"/>
          <p:nvPr/>
        </p:nvSpPr>
        <p:spPr>
          <a:xfrm>
            <a:off x="713232" y="38404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00E5FF"/>
                </a:solidFill>
                <a:latin typeface="Microsoft YaHei"/>
              </a:rPr>
              <a:t>◢</a:t>
            </a:r>
          </a:p>
        </p:txBody>
      </p:sp>
      <p:sp>
        <p:nvSpPr>
          <p:cNvPr id="390" name="TextBox 389"/>
          <p:cNvSpPr txBox="1"/>
          <p:nvPr/>
        </p:nvSpPr>
        <p:spPr>
          <a:xfrm>
            <a:off x="1143000" y="347472"/>
            <a:ext cx="100584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200" b="1">
                <a:solidFill>
                  <a:srgbClr val="FFFFFF"/>
                </a:solidFill>
                <a:latin typeface="Microsoft YaHei"/>
              </a:rPr>
              <a:t>双赛道契合：AI×链可信底座</a:t>
            </a:r>
          </a:p>
        </p:txBody>
      </p:sp>
      <p:sp>
        <p:nvSpPr>
          <p:cNvPr id="391" name="TextBox 390"/>
          <p:cNvSpPr txBox="1"/>
          <p:nvPr/>
        </p:nvSpPr>
        <p:spPr>
          <a:xfrm>
            <a:off x="1143000" y="932688"/>
            <a:ext cx="100584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00E5FF"/>
                </a:solidFill>
                <a:latin typeface="Microsoft YaHei"/>
              </a:rPr>
              <a:t>一份代码，双重价值：可信 AI＋公共基础设施</a:t>
            </a:r>
          </a:p>
        </p:txBody>
      </p:sp>
      <p:sp>
        <p:nvSpPr>
          <p:cNvPr id="392" name="Rectangle 391"/>
          <p:cNvSpPr/>
          <p:nvPr/>
        </p:nvSpPr>
        <p:spPr>
          <a:xfrm>
            <a:off x="1143000" y="1298448"/>
            <a:ext cx="3200400" cy="2743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Rectangle 392"/>
          <p:cNvSpPr/>
          <p:nvPr/>
        </p:nvSpPr>
        <p:spPr>
          <a:xfrm>
            <a:off x="4343400" y="1298448"/>
            <a:ext cx="2286000" cy="27432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Rectangle 393"/>
          <p:cNvSpPr/>
          <p:nvPr/>
        </p:nvSpPr>
        <p:spPr>
          <a:xfrm>
            <a:off x="6629400" y="1298448"/>
            <a:ext cx="1828800" cy="27432"/>
          </a:xfrm>
          <a:prstGeom prst="rect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Rectangle 394"/>
          <p:cNvSpPr/>
          <p:nvPr/>
        </p:nvSpPr>
        <p:spPr>
          <a:xfrm>
            <a:off x="8458200" y="1298448"/>
            <a:ext cx="1645920" cy="27432"/>
          </a:xfrm>
          <a:prstGeom prst="rect">
            <a:avLst/>
          </a:prstGeom>
          <a:solidFill>
            <a:srgbClr val="F5B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Rectangle 395"/>
          <p:cNvSpPr/>
          <p:nvPr/>
        </p:nvSpPr>
        <p:spPr>
          <a:xfrm>
            <a:off x="10104120" y="1298448"/>
            <a:ext cx="1097280" cy="2743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Rectangle 396"/>
          <p:cNvSpPr/>
          <p:nvPr/>
        </p:nvSpPr>
        <p:spPr>
          <a:xfrm>
            <a:off x="1097280" y="347472"/>
            <a:ext cx="10515600" cy="987552"/>
          </a:xfrm>
          <a:prstGeom prst="rect">
            <a:avLst/>
          </a:prstGeom>
          <a:solidFill>
            <a:srgbClr val="1A0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Oval 397"/>
          <p:cNvSpPr/>
          <p:nvPr/>
        </p:nvSpPr>
        <p:spPr>
          <a:xfrm>
            <a:off x="11247120" y="274320"/>
            <a:ext cx="640080" cy="64008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Oval 398"/>
          <p:cNvSpPr/>
          <p:nvPr/>
        </p:nvSpPr>
        <p:spPr>
          <a:xfrm>
            <a:off x="11292840" y="320040"/>
            <a:ext cx="548640" cy="548640"/>
          </a:xfrm>
          <a:prstGeom prst="ellipse">
            <a:avLst/>
          </a:prstGeom>
          <a:solidFill>
            <a:srgbClr val="1A0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TextBox 399"/>
          <p:cNvSpPr txBox="1"/>
          <p:nvPr/>
        </p:nvSpPr>
        <p:spPr>
          <a:xfrm>
            <a:off x="11247120" y="320040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2000" b="1">
                <a:solidFill>
                  <a:srgbClr val="00E5FF"/>
                </a:solidFill>
                <a:latin typeface="Microsoft YaHei"/>
              </a:rPr>
              <a:t>06</a:t>
            </a:r>
          </a:p>
        </p:txBody>
      </p:sp>
      <p:sp>
        <p:nvSpPr>
          <p:cNvPr id="401" name="TextBox 400"/>
          <p:cNvSpPr txBox="1"/>
          <p:nvPr/>
        </p:nvSpPr>
        <p:spPr>
          <a:xfrm>
            <a:off x="731520" y="146304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F5B642"/>
                </a:solidFill>
                <a:latin typeface="Microsoft YaHei"/>
              </a:rPr>
              <a:t>AI×Blockchain 主赛道</a:t>
            </a:r>
          </a:p>
        </p:txBody>
      </p:sp>
      <p:sp>
        <p:nvSpPr>
          <p:cNvPr id="402" name="TextBox 401"/>
          <p:cNvSpPr txBox="1"/>
          <p:nvPr/>
        </p:nvSpPr>
        <p:spPr>
          <a:xfrm>
            <a:off x="731520" y="1828800"/>
            <a:ext cx="5303520" cy="2286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400" b="1">
                <a:solidFill>
                  <a:srgbClr val="00E5FF"/>
                </a:solidFill>
                <a:latin typeface="Microsoft YaHei"/>
              </a:rPr>
              <a:t>▸ </a:t>
            </a:r>
            <a:r>
              <a:rPr sz="1400">
                <a:solidFill>
                  <a:srgbClr val="E8EEF7"/>
                </a:solidFill>
                <a:latin typeface="Microsoft YaHei"/>
              </a:rPr>
              <a:t>打通主赛道：AI提效＋链上确权，结果上链补可信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400" b="1">
                <a:solidFill>
                  <a:srgbClr val="00E5FF"/>
                </a:solidFill>
                <a:latin typeface="Microsoft YaHei"/>
              </a:rPr>
              <a:t>▸ </a:t>
            </a:r>
            <a:r>
              <a:rPr sz="1400">
                <a:solidFill>
                  <a:srgbClr val="E8EEF7"/>
                </a:solidFill>
                <a:latin typeface="Microsoft YaHei"/>
              </a:rPr>
              <a:t>上链评分记录，构建去中心化 AI 质量评价与追责体系</a:t>
            </a:r>
          </a:p>
        </p:txBody>
      </p:sp>
      <p:pic>
        <p:nvPicPr>
          <p:cNvPr id="403" name="Picture 40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114800"/>
            <a:ext cx="5303520" cy="2286000"/>
          </a:xfrm>
          <a:prstGeom prst="rect">
            <a:avLst/>
          </a:prstGeom>
        </p:spPr>
      </p:pic>
      <p:sp>
        <p:nvSpPr>
          <p:cNvPr id="404" name="TextBox 403"/>
          <p:cNvSpPr txBox="1"/>
          <p:nvPr/>
        </p:nvSpPr>
        <p:spPr>
          <a:xfrm>
            <a:off x="6400800" y="146304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4FC3F7"/>
                </a:solidFill>
                <a:latin typeface="Microsoft YaHei"/>
              </a:rPr>
              <a:t>GCC 公共物品分赛道</a:t>
            </a:r>
          </a:p>
        </p:txBody>
      </p:sp>
      <p:sp>
        <p:nvSpPr>
          <p:cNvPr id="405" name="TextBox 404"/>
          <p:cNvSpPr txBox="1"/>
          <p:nvPr/>
        </p:nvSpPr>
        <p:spPr>
          <a:xfrm>
            <a:off x="6400800" y="1828800"/>
            <a:ext cx="5303520" cy="1828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400" b="1">
                <a:solidFill>
                  <a:srgbClr val="00E5FF"/>
                </a:solidFill>
                <a:latin typeface="Microsoft YaHei"/>
              </a:rPr>
              <a:t>▸ </a:t>
            </a:r>
            <a:r>
              <a:rPr sz="1400">
                <a:solidFill>
                  <a:srgbClr val="E8EEF7"/>
                </a:solidFill>
                <a:latin typeface="Microsoft YaHei"/>
              </a:rPr>
              <a:t>开放分赛道：30 模板＋13 智能体免费开放，标准公开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400" b="1">
                <a:solidFill>
                  <a:srgbClr val="00E5FF"/>
                </a:solidFill>
                <a:latin typeface="Microsoft YaHei"/>
              </a:rPr>
              <a:t>▸ </a:t>
            </a:r>
            <a:r>
              <a:rPr sz="1400">
                <a:solidFill>
                  <a:srgbClr val="E8EEF7"/>
                </a:solidFill>
                <a:latin typeface="Microsoft YaHei"/>
              </a:rPr>
              <a:t>公开链上存证，形成可查可验的公共可信数据层</a:t>
            </a:r>
          </a:p>
        </p:txBody>
      </p:sp>
      <p:sp>
        <p:nvSpPr>
          <p:cNvPr id="406" name="Rounded Rectangle 405"/>
          <p:cNvSpPr/>
          <p:nvPr/>
        </p:nvSpPr>
        <p:spPr>
          <a:xfrm>
            <a:off x="6400800" y="3657600"/>
            <a:ext cx="1645920" cy="822960"/>
          </a:xfrm>
          <a:prstGeom prst="roundRect">
            <a:avLst/>
          </a:prstGeom>
          <a:solidFill>
            <a:srgbClr val="1A0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" name="Rectangle 406"/>
          <p:cNvSpPr/>
          <p:nvPr/>
        </p:nvSpPr>
        <p:spPr>
          <a:xfrm>
            <a:off x="6400800" y="3657600"/>
            <a:ext cx="54864" cy="822960"/>
          </a:xfrm>
          <a:prstGeom prst="rect">
            <a:avLst/>
          </a:prstGeom>
          <a:solidFill>
            <a:srgbClr val="F5B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" name="Rectangle 407"/>
          <p:cNvSpPr/>
          <p:nvPr/>
        </p:nvSpPr>
        <p:spPr>
          <a:xfrm>
            <a:off x="6400800" y="3657600"/>
            <a:ext cx="1645920" cy="18288"/>
          </a:xfrm>
          <a:prstGeom prst="rect">
            <a:avLst/>
          </a:prstGeom>
          <a:solidFill>
            <a:srgbClr val="F5B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TextBox 408"/>
          <p:cNvSpPr txBox="1"/>
          <p:nvPr/>
        </p:nvSpPr>
        <p:spPr>
          <a:xfrm>
            <a:off x="6583680" y="379476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>
                <a:solidFill>
                  <a:srgbClr val="F5B642"/>
                </a:solidFill>
                <a:latin typeface="Microsoft YaHei"/>
              </a:rPr>
              <a:t>30</a:t>
            </a:r>
          </a:p>
        </p:txBody>
      </p:sp>
      <p:sp>
        <p:nvSpPr>
          <p:cNvPr id="410" name="TextBox 409"/>
          <p:cNvSpPr txBox="1"/>
          <p:nvPr/>
        </p:nvSpPr>
        <p:spPr>
          <a:xfrm>
            <a:off x="6583680" y="4224528"/>
            <a:ext cx="13716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E8EEF7"/>
                </a:solidFill>
                <a:latin typeface="Microsoft YaHei"/>
              </a:rPr>
              <a:t>市场模板</a:t>
            </a:r>
          </a:p>
        </p:txBody>
      </p:sp>
      <p:sp>
        <p:nvSpPr>
          <p:cNvPr id="411" name="Rounded Rectangle 410"/>
          <p:cNvSpPr/>
          <p:nvPr/>
        </p:nvSpPr>
        <p:spPr>
          <a:xfrm>
            <a:off x="8138160" y="3657600"/>
            <a:ext cx="1645920" cy="822960"/>
          </a:xfrm>
          <a:prstGeom prst="roundRect">
            <a:avLst/>
          </a:prstGeom>
          <a:solidFill>
            <a:srgbClr val="1A0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Rectangle 411"/>
          <p:cNvSpPr/>
          <p:nvPr/>
        </p:nvSpPr>
        <p:spPr>
          <a:xfrm>
            <a:off x="8138160" y="3657600"/>
            <a:ext cx="54864" cy="82296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Rectangle 412"/>
          <p:cNvSpPr/>
          <p:nvPr/>
        </p:nvSpPr>
        <p:spPr>
          <a:xfrm>
            <a:off x="8138160" y="3657600"/>
            <a:ext cx="1645920" cy="18288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TextBox 413"/>
          <p:cNvSpPr txBox="1"/>
          <p:nvPr/>
        </p:nvSpPr>
        <p:spPr>
          <a:xfrm>
            <a:off x="8321040" y="379476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>
                <a:solidFill>
                  <a:srgbClr val="4FC3F7"/>
                </a:solidFill>
                <a:latin typeface="Microsoft YaHei"/>
              </a:rPr>
              <a:t>13</a:t>
            </a:r>
          </a:p>
        </p:txBody>
      </p:sp>
      <p:sp>
        <p:nvSpPr>
          <p:cNvPr id="415" name="TextBox 414"/>
          <p:cNvSpPr txBox="1"/>
          <p:nvPr/>
        </p:nvSpPr>
        <p:spPr>
          <a:xfrm>
            <a:off x="8321040" y="4224528"/>
            <a:ext cx="13716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E8EEF7"/>
                </a:solidFill>
                <a:latin typeface="Microsoft YaHei"/>
              </a:rPr>
              <a:t>智能体</a:t>
            </a:r>
          </a:p>
        </p:txBody>
      </p:sp>
      <p:sp>
        <p:nvSpPr>
          <p:cNvPr id="416" name="Rounded Rectangle 415"/>
          <p:cNvSpPr/>
          <p:nvPr/>
        </p:nvSpPr>
        <p:spPr>
          <a:xfrm>
            <a:off x="9875520" y="3657600"/>
            <a:ext cx="1645920" cy="822960"/>
          </a:xfrm>
          <a:prstGeom prst="roundRect">
            <a:avLst/>
          </a:prstGeom>
          <a:solidFill>
            <a:srgbClr val="1A0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" name="Rectangle 416"/>
          <p:cNvSpPr/>
          <p:nvPr/>
        </p:nvSpPr>
        <p:spPr>
          <a:xfrm>
            <a:off x="9875520" y="3657600"/>
            <a:ext cx="54864" cy="82296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Rectangle 417"/>
          <p:cNvSpPr/>
          <p:nvPr/>
        </p:nvSpPr>
        <p:spPr>
          <a:xfrm>
            <a:off x="9875520" y="3657600"/>
            <a:ext cx="1645920" cy="18288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TextBox 418"/>
          <p:cNvSpPr txBox="1"/>
          <p:nvPr/>
        </p:nvSpPr>
        <p:spPr>
          <a:xfrm>
            <a:off x="10058400" y="379476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>
                <a:solidFill>
                  <a:srgbClr val="4CAF50"/>
                </a:solidFill>
                <a:latin typeface="Microsoft YaHei"/>
              </a:rPr>
              <a:t>免费</a:t>
            </a:r>
          </a:p>
        </p:txBody>
      </p:sp>
      <p:sp>
        <p:nvSpPr>
          <p:cNvPr id="420" name="TextBox 419"/>
          <p:cNvSpPr txBox="1"/>
          <p:nvPr/>
        </p:nvSpPr>
        <p:spPr>
          <a:xfrm>
            <a:off x="10058400" y="4224528"/>
            <a:ext cx="13716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E8EEF7"/>
                </a:solidFill>
                <a:latin typeface="Microsoft YaHei"/>
              </a:rPr>
              <a:t>开放</a:t>
            </a:r>
          </a:p>
        </p:txBody>
      </p:sp>
      <p:sp>
        <p:nvSpPr>
          <p:cNvPr id="421" name="TextBox 420"/>
          <p:cNvSpPr txBox="1"/>
          <p:nvPr/>
        </p:nvSpPr>
        <p:spPr>
          <a:xfrm>
            <a:off x="6400800" y="4663440"/>
            <a:ext cx="5303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E8EEF7"/>
                </a:solidFill>
                <a:latin typeface="Microsoft YaHei"/>
              </a:rPr>
              <a:t>同源双赛道：一套代码、一套数据、一套信任体系</a:t>
            </a:r>
          </a:p>
        </p:txBody>
      </p:sp>
      <p:sp>
        <p:nvSpPr>
          <p:cNvPr id="422" name="Rectangle 421"/>
          <p:cNvSpPr/>
          <p:nvPr/>
        </p:nvSpPr>
        <p:spPr>
          <a:xfrm>
            <a:off x="6400800" y="5486400"/>
            <a:ext cx="5303520" cy="7315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" name="Rectangle 422"/>
          <p:cNvSpPr/>
          <p:nvPr/>
        </p:nvSpPr>
        <p:spPr>
          <a:xfrm>
            <a:off x="6400800" y="6144768"/>
            <a:ext cx="5303520" cy="73152"/>
          </a:xfrm>
          <a:prstGeom prst="rect">
            <a:avLst/>
          </a:prstGeom>
          <a:solidFill>
            <a:srgbClr val="F5B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" name="Rounded Rectangle 423"/>
          <p:cNvSpPr/>
          <p:nvPr/>
        </p:nvSpPr>
        <p:spPr>
          <a:xfrm>
            <a:off x="6400800" y="5486400"/>
            <a:ext cx="5303520" cy="731520"/>
          </a:xfrm>
          <a:prstGeom prst="roundRect">
            <a:avLst/>
          </a:prstGeom>
          <a:solidFill>
            <a:srgbClr val="12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" name="Rectangle 424"/>
          <p:cNvSpPr/>
          <p:nvPr/>
        </p:nvSpPr>
        <p:spPr>
          <a:xfrm>
            <a:off x="0" y="6565392"/>
            <a:ext cx="12191695" cy="45720"/>
          </a:xfrm>
          <a:prstGeom prst="rect">
            <a:avLst/>
          </a:prstGeom>
          <a:solidFill>
            <a:srgbClr val="1A0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" name="Rectangle 425"/>
          <p:cNvSpPr/>
          <p:nvPr/>
        </p:nvSpPr>
        <p:spPr>
          <a:xfrm>
            <a:off x="0" y="6565392"/>
            <a:ext cx="4876678" cy="457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" name="Rectangle 426"/>
          <p:cNvSpPr/>
          <p:nvPr/>
        </p:nvSpPr>
        <p:spPr>
          <a:xfrm>
            <a:off x="0" y="6551676"/>
            <a:ext cx="4876678" cy="109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" name="Oval 427"/>
          <p:cNvSpPr/>
          <p:nvPr/>
        </p:nvSpPr>
        <p:spPr>
          <a:xfrm>
            <a:off x="457200" y="6693408"/>
            <a:ext cx="73152" cy="73152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" name="Oval 428"/>
          <p:cNvSpPr/>
          <p:nvPr/>
        </p:nvSpPr>
        <p:spPr>
          <a:xfrm>
            <a:off x="566928" y="6711696"/>
            <a:ext cx="45720" cy="45720"/>
          </a:xfrm>
          <a:prstGeom prst="ellipse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" name="TextBox 429"/>
          <p:cNvSpPr txBox="1"/>
          <p:nvPr/>
        </p:nvSpPr>
        <p:spPr>
          <a:xfrm>
            <a:off x="685800" y="662940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9AA5B5"/>
                </a:solidFill>
                <a:latin typeface="Microsoft YaHei"/>
              </a:rPr>
              <a:t>FlowForge AI  ·  Shadu Team  ·  v2.67</a:t>
            </a:r>
          </a:p>
        </p:txBody>
      </p:sp>
      <p:sp>
        <p:nvSpPr>
          <p:cNvPr id="431" name="TextBox 430"/>
          <p:cNvSpPr txBox="1"/>
          <p:nvPr/>
        </p:nvSpPr>
        <p:spPr>
          <a:xfrm>
            <a:off x="10058400" y="662940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>
                <a:solidFill>
                  <a:srgbClr val="00E5FF"/>
                </a:solidFill>
                <a:latin typeface="Microsoft YaHei"/>
              </a:rPr>
              <a:t>[ 06 / 15 ]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1628"/>
            </a:gs>
            <a:gs pos="100000">
              <a:srgbClr val="1A0B2E"/>
            </a:gs>
          </a:gsLst>
          <a:lin scaled="0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789920" y="0"/>
            <a:ext cx="1401775" cy="2011680"/>
          </a:xfrm>
          <a:prstGeom prst="ellipse">
            <a:avLst/>
          </a:prstGeom>
          <a:solidFill>
            <a:srgbClr val="F5B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155680" y="0"/>
            <a:ext cx="1036015" cy="1097280"/>
          </a:xfrm>
          <a:prstGeom prst="ellips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0" y="5486400"/>
            <a:ext cx="1645920" cy="1371600"/>
          </a:xfrm>
          <a:prstGeom prst="ellips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704320" y="5029200"/>
            <a:ext cx="487375" cy="914400"/>
          </a:xfrm>
          <a:prstGeom prst="ellipse">
            <a:avLst/>
          </a:prstGeom>
          <a:solidFill>
            <a:srgbClr val="F5B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A0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5486400"/>
            <a:ext cx="12191695" cy="13716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0" y="2286000"/>
            <a:ext cx="3200400" cy="3200400"/>
          </a:xfrm>
          <a:prstGeom prst="ellipse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515600" y="1828800"/>
            <a:ext cx="1676095" cy="3200400"/>
          </a:xfrm>
          <a:prstGeom prst="ellipse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0" y="0"/>
            <a:ext cx="4572000" cy="4572000"/>
          </a:xfrm>
          <a:prstGeom prst="ellipse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0" y="2743200"/>
            <a:ext cx="3047695" cy="4114800"/>
          </a:xfrm>
          <a:prstGeom prst="ellipse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57600" y="0"/>
            <a:ext cx="3657600" cy="3657600"/>
          </a:xfrm>
          <a:prstGeom prst="ellipse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64592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6888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9184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1480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93776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76072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0664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5256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87552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69848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52144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2344400" y="0"/>
            <a:ext cx="182880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74320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2295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371600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920240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468880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017520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566160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114800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663440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21207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76071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30935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85799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40663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95527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50391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05255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60119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14983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69847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124711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179575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274320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82295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371600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920240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2468880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3017520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3566160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4114800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4663440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521207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576071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630935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685799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740663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795527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50391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905255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960119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1014983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1069847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1124711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179575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274320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82295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1371600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1920240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2468880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3017520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3566160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4114800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4663440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521207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576071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630935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685799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740663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795527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850391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905255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960119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1014983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1069847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1124711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1179575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274320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82295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1371600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1920240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2468880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3017520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3566160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4114800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4663440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521207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576071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630935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685799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740663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795527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850391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905255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960119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1014983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1069847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1124711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1179575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274320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82295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1371600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1920240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2468880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3017520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3566160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4114800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4663440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521207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576071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630935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685799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740663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795527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850391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905255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960119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1014983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1069847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1124711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1179575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274320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82295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1371600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1920240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2468880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3017520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3566160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4114800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4663440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521207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576071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630935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685799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740663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795527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850391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905255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960119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1014983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1069847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1124711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1179575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274320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82295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1371600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1920240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2468880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3017520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3566160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4114800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4663440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521207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576071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630935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685799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740663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795527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850391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905255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960119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1014983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1069847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1124711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1179575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274320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82295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1371600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1920240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2468880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3017520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3566160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4114800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4663440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521207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576071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630935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xfrm>
            <a:off x="685799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xfrm>
            <a:off x="740663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Oval 198"/>
          <p:cNvSpPr/>
          <p:nvPr/>
        </p:nvSpPr>
        <p:spPr>
          <a:xfrm>
            <a:off x="795527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>
            <a:off x="850391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905255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960119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1014983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1069847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Oval 204"/>
          <p:cNvSpPr/>
          <p:nvPr/>
        </p:nvSpPr>
        <p:spPr>
          <a:xfrm>
            <a:off x="1124711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Oval 205"/>
          <p:cNvSpPr/>
          <p:nvPr/>
        </p:nvSpPr>
        <p:spPr>
          <a:xfrm>
            <a:off x="1179575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>
            <a:off x="274320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Oval 207"/>
          <p:cNvSpPr/>
          <p:nvPr/>
        </p:nvSpPr>
        <p:spPr>
          <a:xfrm>
            <a:off x="82295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Oval 208"/>
          <p:cNvSpPr/>
          <p:nvPr/>
        </p:nvSpPr>
        <p:spPr>
          <a:xfrm>
            <a:off x="1371600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Oval 209"/>
          <p:cNvSpPr/>
          <p:nvPr/>
        </p:nvSpPr>
        <p:spPr>
          <a:xfrm>
            <a:off x="1920240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Oval 210"/>
          <p:cNvSpPr/>
          <p:nvPr/>
        </p:nvSpPr>
        <p:spPr>
          <a:xfrm>
            <a:off x="2468880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Oval 211"/>
          <p:cNvSpPr/>
          <p:nvPr/>
        </p:nvSpPr>
        <p:spPr>
          <a:xfrm>
            <a:off x="3017520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Oval 212"/>
          <p:cNvSpPr/>
          <p:nvPr/>
        </p:nvSpPr>
        <p:spPr>
          <a:xfrm>
            <a:off x="3566160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4114800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4663440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521207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576071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630935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685799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740663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795527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850391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905255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960119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1014983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1069847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1124711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1179575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274320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82295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1371600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1920240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2468880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3017520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3566160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4114800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4663440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521207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576071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630935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685799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740663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Oval 242"/>
          <p:cNvSpPr/>
          <p:nvPr/>
        </p:nvSpPr>
        <p:spPr>
          <a:xfrm>
            <a:off x="795527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Oval 243"/>
          <p:cNvSpPr/>
          <p:nvPr/>
        </p:nvSpPr>
        <p:spPr>
          <a:xfrm>
            <a:off x="850391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Oval 244"/>
          <p:cNvSpPr/>
          <p:nvPr/>
        </p:nvSpPr>
        <p:spPr>
          <a:xfrm>
            <a:off x="905255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Oval 245"/>
          <p:cNvSpPr/>
          <p:nvPr/>
        </p:nvSpPr>
        <p:spPr>
          <a:xfrm>
            <a:off x="960119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Oval 246"/>
          <p:cNvSpPr/>
          <p:nvPr/>
        </p:nvSpPr>
        <p:spPr>
          <a:xfrm>
            <a:off x="1014983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Oval 247"/>
          <p:cNvSpPr/>
          <p:nvPr/>
        </p:nvSpPr>
        <p:spPr>
          <a:xfrm>
            <a:off x="1069847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Oval 248"/>
          <p:cNvSpPr/>
          <p:nvPr/>
        </p:nvSpPr>
        <p:spPr>
          <a:xfrm>
            <a:off x="1124711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Oval 249"/>
          <p:cNvSpPr/>
          <p:nvPr/>
        </p:nvSpPr>
        <p:spPr>
          <a:xfrm>
            <a:off x="1179575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Oval 250"/>
          <p:cNvSpPr/>
          <p:nvPr/>
        </p:nvSpPr>
        <p:spPr>
          <a:xfrm>
            <a:off x="274320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Oval 251"/>
          <p:cNvSpPr/>
          <p:nvPr/>
        </p:nvSpPr>
        <p:spPr>
          <a:xfrm>
            <a:off x="82295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Oval 252"/>
          <p:cNvSpPr/>
          <p:nvPr/>
        </p:nvSpPr>
        <p:spPr>
          <a:xfrm>
            <a:off x="1371600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Oval 253"/>
          <p:cNvSpPr/>
          <p:nvPr/>
        </p:nvSpPr>
        <p:spPr>
          <a:xfrm>
            <a:off x="1920240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Oval 254"/>
          <p:cNvSpPr/>
          <p:nvPr/>
        </p:nvSpPr>
        <p:spPr>
          <a:xfrm>
            <a:off x="2468880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Oval 255"/>
          <p:cNvSpPr/>
          <p:nvPr/>
        </p:nvSpPr>
        <p:spPr>
          <a:xfrm>
            <a:off x="3017520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Oval 256"/>
          <p:cNvSpPr/>
          <p:nvPr/>
        </p:nvSpPr>
        <p:spPr>
          <a:xfrm>
            <a:off x="3566160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Oval 257"/>
          <p:cNvSpPr/>
          <p:nvPr/>
        </p:nvSpPr>
        <p:spPr>
          <a:xfrm>
            <a:off x="4114800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Oval 258"/>
          <p:cNvSpPr/>
          <p:nvPr/>
        </p:nvSpPr>
        <p:spPr>
          <a:xfrm>
            <a:off x="4663440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Oval 259"/>
          <p:cNvSpPr/>
          <p:nvPr/>
        </p:nvSpPr>
        <p:spPr>
          <a:xfrm>
            <a:off x="521207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Oval 260"/>
          <p:cNvSpPr/>
          <p:nvPr/>
        </p:nvSpPr>
        <p:spPr>
          <a:xfrm>
            <a:off x="576071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Oval 261"/>
          <p:cNvSpPr/>
          <p:nvPr/>
        </p:nvSpPr>
        <p:spPr>
          <a:xfrm>
            <a:off x="630935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Oval 262"/>
          <p:cNvSpPr/>
          <p:nvPr/>
        </p:nvSpPr>
        <p:spPr>
          <a:xfrm>
            <a:off x="685799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Oval 263"/>
          <p:cNvSpPr/>
          <p:nvPr/>
        </p:nvSpPr>
        <p:spPr>
          <a:xfrm>
            <a:off x="740663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Oval 264"/>
          <p:cNvSpPr/>
          <p:nvPr/>
        </p:nvSpPr>
        <p:spPr>
          <a:xfrm>
            <a:off x="795527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Oval 265"/>
          <p:cNvSpPr/>
          <p:nvPr/>
        </p:nvSpPr>
        <p:spPr>
          <a:xfrm>
            <a:off x="850391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Oval 266"/>
          <p:cNvSpPr/>
          <p:nvPr/>
        </p:nvSpPr>
        <p:spPr>
          <a:xfrm>
            <a:off x="905255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Oval 267"/>
          <p:cNvSpPr/>
          <p:nvPr/>
        </p:nvSpPr>
        <p:spPr>
          <a:xfrm>
            <a:off x="960119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Oval 268"/>
          <p:cNvSpPr/>
          <p:nvPr/>
        </p:nvSpPr>
        <p:spPr>
          <a:xfrm>
            <a:off x="1014983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Oval 269"/>
          <p:cNvSpPr/>
          <p:nvPr/>
        </p:nvSpPr>
        <p:spPr>
          <a:xfrm>
            <a:off x="1069847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Oval 270"/>
          <p:cNvSpPr/>
          <p:nvPr/>
        </p:nvSpPr>
        <p:spPr>
          <a:xfrm>
            <a:off x="1124711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Oval 271"/>
          <p:cNvSpPr/>
          <p:nvPr/>
        </p:nvSpPr>
        <p:spPr>
          <a:xfrm>
            <a:off x="1179575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Oval 272"/>
          <p:cNvSpPr/>
          <p:nvPr/>
        </p:nvSpPr>
        <p:spPr>
          <a:xfrm>
            <a:off x="274320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Oval 273"/>
          <p:cNvSpPr/>
          <p:nvPr/>
        </p:nvSpPr>
        <p:spPr>
          <a:xfrm>
            <a:off x="82295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Oval 274"/>
          <p:cNvSpPr/>
          <p:nvPr/>
        </p:nvSpPr>
        <p:spPr>
          <a:xfrm>
            <a:off x="1371600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Oval 275"/>
          <p:cNvSpPr/>
          <p:nvPr/>
        </p:nvSpPr>
        <p:spPr>
          <a:xfrm>
            <a:off x="1920240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Oval 276"/>
          <p:cNvSpPr/>
          <p:nvPr/>
        </p:nvSpPr>
        <p:spPr>
          <a:xfrm>
            <a:off x="2468880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Oval 277"/>
          <p:cNvSpPr/>
          <p:nvPr/>
        </p:nvSpPr>
        <p:spPr>
          <a:xfrm>
            <a:off x="3017520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Oval 278"/>
          <p:cNvSpPr/>
          <p:nvPr/>
        </p:nvSpPr>
        <p:spPr>
          <a:xfrm>
            <a:off x="3566160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Oval 279"/>
          <p:cNvSpPr/>
          <p:nvPr/>
        </p:nvSpPr>
        <p:spPr>
          <a:xfrm>
            <a:off x="4114800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Oval 280"/>
          <p:cNvSpPr/>
          <p:nvPr/>
        </p:nvSpPr>
        <p:spPr>
          <a:xfrm>
            <a:off x="4663440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Oval 281"/>
          <p:cNvSpPr/>
          <p:nvPr/>
        </p:nvSpPr>
        <p:spPr>
          <a:xfrm>
            <a:off x="521207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Oval 282"/>
          <p:cNvSpPr/>
          <p:nvPr/>
        </p:nvSpPr>
        <p:spPr>
          <a:xfrm>
            <a:off x="576071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Oval 283"/>
          <p:cNvSpPr/>
          <p:nvPr/>
        </p:nvSpPr>
        <p:spPr>
          <a:xfrm>
            <a:off x="630935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Oval 284"/>
          <p:cNvSpPr/>
          <p:nvPr/>
        </p:nvSpPr>
        <p:spPr>
          <a:xfrm>
            <a:off x="685799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Oval 285"/>
          <p:cNvSpPr/>
          <p:nvPr/>
        </p:nvSpPr>
        <p:spPr>
          <a:xfrm>
            <a:off x="740663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Oval 286"/>
          <p:cNvSpPr/>
          <p:nvPr/>
        </p:nvSpPr>
        <p:spPr>
          <a:xfrm>
            <a:off x="795527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Oval 287"/>
          <p:cNvSpPr/>
          <p:nvPr/>
        </p:nvSpPr>
        <p:spPr>
          <a:xfrm>
            <a:off x="850391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Oval 288"/>
          <p:cNvSpPr/>
          <p:nvPr/>
        </p:nvSpPr>
        <p:spPr>
          <a:xfrm>
            <a:off x="905255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Oval 289"/>
          <p:cNvSpPr/>
          <p:nvPr/>
        </p:nvSpPr>
        <p:spPr>
          <a:xfrm>
            <a:off x="960119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Oval 290"/>
          <p:cNvSpPr/>
          <p:nvPr/>
        </p:nvSpPr>
        <p:spPr>
          <a:xfrm>
            <a:off x="1014983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Oval 291"/>
          <p:cNvSpPr/>
          <p:nvPr/>
        </p:nvSpPr>
        <p:spPr>
          <a:xfrm>
            <a:off x="1069847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Oval 292"/>
          <p:cNvSpPr/>
          <p:nvPr/>
        </p:nvSpPr>
        <p:spPr>
          <a:xfrm>
            <a:off x="1124711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Oval 293"/>
          <p:cNvSpPr/>
          <p:nvPr/>
        </p:nvSpPr>
        <p:spPr>
          <a:xfrm>
            <a:off x="1179575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Rectangle 294"/>
          <p:cNvSpPr/>
          <p:nvPr/>
        </p:nvSpPr>
        <p:spPr>
          <a:xfrm>
            <a:off x="91479" y="4257697"/>
            <a:ext cx="2583260" cy="109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Rectangle 295"/>
          <p:cNvSpPr/>
          <p:nvPr/>
        </p:nvSpPr>
        <p:spPr>
          <a:xfrm>
            <a:off x="2693717" y="1783875"/>
            <a:ext cx="3685122" cy="109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Rectangle 296"/>
          <p:cNvSpPr/>
          <p:nvPr/>
        </p:nvSpPr>
        <p:spPr>
          <a:xfrm>
            <a:off x="317987" y="5759958"/>
            <a:ext cx="2986215" cy="109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Rectangle 297"/>
          <p:cNvSpPr/>
          <p:nvPr/>
        </p:nvSpPr>
        <p:spPr>
          <a:xfrm>
            <a:off x="799690" y="634302"/>
            <a:ext cx="3215090" cy="109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Rectangle 298"/>
          <p:cNvSpPr/>
          <p:nvPr/>
        </p:nvSpPr>
        <p:spPr>
          <a:xfrm>
            <a:off x="727268" y="614919"/>
            <a:ext cx="3611562" cy="109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ectangle 299"/>
          <p:cNvSpPr/>
          <p:nvPr/>
        </p:nvSpPr>
        <p:spPr>
          <a:xfrm>
            <a:off x="806283" y="3696114"/>
            <a:ext cx="3445273" cy="109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Rectangle 300"/>
          <p:cNvSpPr/>
          <p:nvPr/>
        </p:nvSpPr>
        <p:spPr>
          <a:xfrm>
            <a:off x="9560961" y="23769"/>
            <a:ext cx="10972" cy="3302482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Rectangle 301"/>
          <p:cNvSpPr/>
          <p:nvPr/>
        </p:nvSpPr>
        <p:spPr>
          <a:xfrm>
            <a:off x="8309257" y="1244500"/>
            <a:ext cx="10972" cy="2113140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ectangle 302"/>
          <p:cNvSpPr/>
          <p:nvPr/>
        </p:nvSpPr>
        <p:spPr>
          <a:xfrm>
            <a:off x="11223090" y="1231128"/>
            <a:ext cx="10972" cy="1998413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Rectangle 303"/>
          <p:cNvSpPr/>
          <p:nvPr/>
        </p:nvSpPr>
        <p:spPr>
          <a:xfrm>
            <a:off x="1544980" y="3099795"/>
            <a:ext cx="10972" cy="2932894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Rectangle 304"/>
          <p:cNvSpPr/>
          <p:nvPr/>
        </p:nvSpPr>
        <p:spPr>
          <a:xfrm>
            <a:off x="9535068" y="2669066"/>
            <a:ext cx="10972" cy="2809453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Oval 305"/>
          <p:cNvSpPr/>
          <p:nvPr/>
        </p:nvSpPr>
        <p:spPr>
          <a:xfrm>
            <a:off x="11135004" y="2637830"/>
            <a:ext cx="54864" cy="5486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Oval 306"/>
          <p:cNvSpPr/>
          <p:nvPr/>
        </p:nvSpPr>
        <p:spPr>
          <a:xfrm>
            <a:off x="11116716" y="2619542"/>
            <a:ext cx="91440" cy="914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Oval 307"/>
          <p:cNvSpPr/>
          <p:nvPr/>
        </p:nvSpPr>
        <p:spPr>
          <a:xfrm>
            <a:off x="6514631" y="5235168"/>
            <a:ext cx="54864" cy="5486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Oval 308"/>
          <p:cNvSpPr/>
          <p:nvPr/>
        </p:nvSpPr>
        <p:spPr>
          <a:xfrm>
            <a:off x="6496343" y="5216880"/>
            <a:ext cx="91440" cy="914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Oval 309"/>
          <p:cNvSpPr/>
          <p:nvPr/>
        </p:nvSpPr>
        <p:spPr>
          <a:xfrm>
            <a:off x="7244093" y="5421252"/>
            <a:ext cx="54864" cy="5486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Oval 310"/>
          <p:cNvSpPr/>
          <p:nvPr/>
        </p:nvSpPr>
        <p:spPr>
          <a:xfrm>
            <a:off x="7225805" y="5402964"/>
            <a:ext cx="91440" cy="914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Oval 311"/>
          <p:cNvSpPr/>
          <p:nvPr/>
        </p:nvSpPr>
        <p:spPr>
          <a:xfrm>
            <a:off x="6792369" y="4516041"/>
            <a:ext cx="54864" cy="5486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Oval 312"/>
          <p:cNvSpPr/>
          <p:nvPr/>
        </p:nvSpPr>
        <p:spPr>
          <a:xfrm>
            <a:off x="6774081" y="4497753"/>
            <a:ext cx="91440" cy="914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Oval 313"/>
          <p:cNvSpPr/>
          <p:nvPr/>
        </p:nvSpPr>
        <p:spPr>
          <a:xfrm>
            <a:off x="960021" y="1770058"/>
            <a:ext cx="54864" cy="5486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Oval 314"/>
          <p:cNvSpPr/>
          <p:nvPr/>
        </p:nvSpPr>
        <p:spPr>
          <a:xfrm>
            <a:off x="941733" y="1751770"/>
            <a:ext cx="91440" cy="914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Oval 315"/>
          <p:cNvSpPr/>
          <p:nvPr/>
        </p:nvSpPr>
        <p:spPr>
          <a:xfrm>
            <a:off x="3632596" y="916859"/>
            <a:ext cx="54864" cy="5486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Oval 316"/>
          <p:cNvSpPr/>
          <p:nvPr/>
        </p:nvSpPr>
        <p:spPr>
          <a:xfrm>
            <a:off x="3614308" y="898571"/>
            <a:ext cx="91440" cy="914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Oval 317"/>
          <p:cNvSpPr/>
          <p:nvPr/>
        </p:nvSpPr>
        <p:spPr>
          <a:xfrm>
            <a:off x="3011567" y="1039040"/>
            <a:ext cx="54864" cy="5486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Oval 318"/>
          <p:cNvSpPr/>
          <p:nvPr/>
        </p:nvSpPr>
        <p:spPr>
          <a:xfrm>
            <a:off x="2993279" y="1020752"/>
            <a:ext cx="91440" cy="914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Oval 319"/>
          <p:cNvSpPr/>
          <p:nvPr/>
        </p:nvSpPr>
        <p:spPr>
          <a:xfrm>
            <a:off x="3507348" y="4119200"/>
            <a:ext cx="54864" cy="5486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Oval 320"/>
          <p:cNvSpPr/>
          <p:nvPr/>
        </p:nvSpPr>
        <p:spPr>
          <a:xfrm>
            <a:off x="3489060" y="4100912"/>
            <a:ext cx="91440" cy="914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Oval 321"/>
          <p:cNvSpPr/>
          <p:nvPr/>
        </p:nvSpPr>
        <p:spPr>
          <a:xfrm>
            <a:off x="4460430" y="2589708"/>
            <a:ext cx="54864" cy="5486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Oval 322"/>
          <p:cNvSpPr/>
          <p:nvPr/>
        </p:nvSpPr>
        <p:spPr>
          <a:xfrm>
            <a:off x="4442142" y="2571420"/>
            <a:ext cx="91440" cy="914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Oval 323"/>
          <p:cNvSpPr/>
          <p:nvPr/>
        </p:nvSpPr>
        <p:spPr>
          <a:xfrm>
            <a:off x="2756078" y="1995184"/>
            <a:ext cx="54864" cy="5486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Oval 324"/>
          <p:cNvSpPr/>
          <p:nvPr/>
        </p:nvSpPr>
        <p:spPr>
          <a:xfrm>
            <a:off x="2737790" y="1976896"/>
            <a:ext cx="91440" cy="914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Rectangle 325"/>
          <p:cNvSpPr/>
          <p:nvPr/>
        </p:nvSpPr>
        <p:spPr>
          <a:xfrm>
            <a:off x="0" y="182880"/>
            <a:ext cx="4114800" cy="1828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Rectangle 326"/>
          <p:cNvSpPr/>
          <p:nvPr/>
        </p:nvSpPr>
        <p:spPr>
          <a:xfrm>
            <a:off x="0" y="320040"/>
            <a:ext cx="2743200" cy="13716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Rectangle 327"/>
          <p:cNvSpPr/>
          <p:nvPr/>
        </p:nvSpPr>
        <p:spPr>
          <a:xfrm>
            <a:off x="8046720" y="6446520"/>
            <a:ext cx="4114800" cy="18288"/>
          </a:xfrm>
          <a:prstGeom prst="rect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Rectangle 328"/>
          <p:cNvSpPr/>
          <p:nvPr/>
        </p:nvSpPr>
        <p:spPr>
          <a:xfrm>
            <a:off x="9418320" y="6309360"/>
            <a:ext cx="2743200" cy="1371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Rectangle 329"/>
          <p:cNvSpPr/>
          <p:nvPr/>
        </p:nvSpPr>
        <p:spPr>
          <a:xfrm>
            <a:off x="5029200" y="0"/>
            <a:ext cx="9144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Rectangle 330"/>
          <p:cNvSpPr/>
          <p:nvPr/>
        </p:nvSpPr>
        <p:spPr>
          <a:xfrm>
            <a:off x="5166360" y="0"/>
            <a:ext cx="9144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Rectangle 331"/>
          <p:cNvSpPr/>
          <p:nvPr/>
        </p:nvSpPr>
        <p:spPr>
          <a:xfrm>
            <a:off x="5303520" y="0"/>
            <a:ext cx="9144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Rectangle 332"/>
          <p:cNvSpPr/>
          <p:nvPr/>
        </p:nvSpPr>
        <p:spPr>
          <a:xfrm>
            <a:off x="0" y="137160"/>
            <a:ext cx="12191695" cy="548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Rectangle 333"/>
          <p:cNvSpPr/>
          <p:nvPr/>
        </p:nvSpPr>
        <p:spPr>
          <a:xfrm>
            <a:off x="0" y="978408"/>
            <a:ext cx="12191695" cy="548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Rectangle 334"/>
          <p:cNvSpPr/>
          <p:nvPr/>
        </p:nvSpPr>
        <p:spPr>
          <a:xfrm>
            <a:off x="0" y="1819656"/>
            <a:ext cx="12191695" cy="548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Rectangle 335"/>
          <p:cNvSpPr/>
          <p:nvPr/>
        </p:nvSpPr>
        <p:spPr>
          <a:xfrm>
            <a:off x="0" y="2660904"/>
            <a:ext cx="12191695" cy="548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Rectangle 336"/>
          <p:cNvSpPr/>
          <p:nvPr/>
        </p:nvSpPr>
        <p:spPr>
          <a:xfrm>
            <a:off x="0" y="3502152"/>
            <a:ext cx="12191695" cy="548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Rectangle 337"/>
          <p:cNvSpPr/>
          <p:nvPr/>
        </p:nvSpPr>
        <p:spPr>
          <a:xfrm>
            <a:off x="0" y="4343400"/>
            <a:ext cx="12191695" cy="548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Rectangle 338"/>
          <p:cNvSpPr/>
          <p:nvPr/>
        </p:nvSpPr>
        <p:spPr>
          <a:xfrm>
            <a:off x="0" y="5184648"/>
            <a:ext cx="12191695" cy="548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Rectangle 339"/>
          <p:cNvSpPr/>
          <p:nvPr/>
        </p:nvSpPr>
        <p:spPr>
          <a:xfrm>
            <a:off x="0" y="6025896"/>
            <a:ext cx="12191695" cy="548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Oval 340"/>
          <p:cNvSpPr/>
          <p:nvPr/>
        </p:nvSpPr>
        <p:spPr>
          <a:xfrm>
            <a:off x="4835217" y="1361247"/>
            <a:ext cx="94339" cy="94339"/>
          </a:xfrm>
          <a:prstGeom prst="ellipse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Oval 341"/>
          <p:cNvSpPr/>
          <p:nvPr/>
        </p:nvSpPr>
        <p:spPr>
          <a:xfrm>
            <a:off x="6347216" y="4515070"/>
            <a:ext cx="91141" cy="91141"/>
          </a:xfrm>
          <a:prstGeom prst="ellipse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Oval 342"/>
          <p:cNvSpPr/>
          <p:nvPr/>
        </p:nvSpPr>
        <p:spPr>
          <a:xfrm>
            <a:off x="1768894" y="6349443"/>
            <a:ext cx="44408" cy="44408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Oval 343"/>
          <p:cNvSpPr/>
          <p:nvPr/>
        </p:nvSpPr>
        <p:spPr>
          <a:xfrm>
            <a:off x="5353617" y="2195498"/>
            <a:ext cx="64476" cy="64476"/>
          </a:xfrm>
          <a:prstGeom prst="ellipse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Oval 344"/>
          <p:cNvSpPr/>
          <p:nvPr/>
        </p:nvSpPr>
        <p:spPr>
          <a:xfrm>
            <a:off x="1585861" y="5312615"/>
            <a:ext cx="58162" cy="58162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Oval 345"/>
          <p:cNvSpPr/>
          <p:nvPr/>
        </p:nvSpPr>
        <p:spPr>
          <a:xfrm>
            <a:off x="5370210" y="1419817"/>
            <a:ext cx="47888" cy="47888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Oval 346"/>
          <p:cNvSpPr/>
          <p:nvPr/>
        </p:nvSpPr>
        <p:spPr>
          <a:xfrm>
            <a:off x="11604956" y="4210089"/>
            <a:ext cx="97515" cy="97515"/>
          </a:xfrm>
          <a:prstGeom prst="ellipse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Oval 347"/>
          <p:cNvSpPr/>
          <p:nvPr/>
        </p:nvSpPr>
        <p:spPr>
          <a:xfrm>
            <a:off x="9726414" y="4568740"/>
            <a:ext cx="69334" cy="69334"/>
          </a:xfrm>
          <a:prstGeom prst="ellipse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Oval 348"/>
          <p:cNvSpPr/>
          <p:nvPr/>
        </p:nvSpPr>
        <p:spPr>
          <a:xfrm>
            <a:off x="974463" y="1096331"/>
            <a:ext cx="37450" cy="3745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Oval 349"/>
          <p:cNvSpPr/>
          <p:nvPr/>
        </p:nvSpPr>
        <p:spPr>
          <a:xfrm>
            <a:off x="10439447" y="4646868"/>
            <a:ext cx="77961" cy="77961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Oval 350"/>
          <p:cNvSpPr/>
          <p:nvPr/>
        </p:nvSpPr>
        <p:spPr>
          <a:xfrm>
            <a:off x="6668467" y="713150"/>
            <a:ext cx="54870" cy="54870"/>
          </a:xfrm>
          <a:prstGeom prst="ellipse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Oval 351"/>
          <p:cNvSpPr/>
          <p:nvPr/>
        </p:nvSpPr>
        <p:spPr>
          <a:xfrm>
            <a:off x="11603437" y="2455060"/>
            <a:ext cx="38153" cy="38153"/>
          </a:xfrm>
          <a:prstGeom prst="ellipse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Oval 352"/>
          <p:cNvSpPr/>
          <p:nvPr/>
        </p:nvSpPr>
        <p:spPr>
          <a:xfrm>
            <a:off x="6860823" y="3934604"/>
            <a:ext cx="75416" cy="75416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Oval 353"/>
          <p:cNvSpPr/>
          <p:nvPr/>
        </p:nvSpPr>
        <p:spPr>
          <a:xfrm>
            <a:off x="3831632" y="2853451"/>
            <a:ext cx="84921" cy="84921"/>
          </a:xfrm>
          <a:prstGeom prst="ellipse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Oval 354"/>
          <p:cNvSpPr/>
          <p:nvPr/>
        </p:nvSpPr>
        <p:spPr>
          <a:xfrm>
            <a:off x="5750328" y="4098430"/>
            <a:ext cx="98027" cy="98027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Oval 355"/>
          <p:cNvSpPr/>
          <p:nvPr/>
        </p:nvSpPr>
        <p:spPr>
          <a:xfrm>
            <a:off x="9803789" y="397143"/>
            <a:ext cx="57201" cy="57201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Oval 356"/>
          <p:cNvSpPr/>
          <p:nvPr/>
        </p:nvSpPr>
        <p:spPr>
          <a:xfrm>
            <a:off x="5447626" y="4969001"/>
            <a:ext cx="81875" cy="81875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Oval 357"/>
          <p:cNvSpPr/>
          <p:nvPr/>
        </p:nvSpPr>
        <p:spPr>
          <a:xfrm>
            <a:off x="8872455" y="1060573"/>
            <a:ext cx="59183" cy="59183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Oval 358"/>
          <p:cNvSpPr/>
          <p:nvPr/>
        </p:nvSpPr>
        <p:spPr>
          <a:xfrm>
            <a:off x="8934753" y="2895632"/>
            <a:ext cx="66810" cy="6681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Oval 359"/>
          <p:cNvSpPr/>
          <p:nvPr/>
        </p:nvSpPr>
        <p:spPr>
          <a:xfrm>
            <a:off x="718963" y="6269433"/>
            <a:ext cx="97109" cy="97109"/>
          </a:xfrm>
          <a:prstGeom prst="ellipse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Oval 360"/>
          <p:cNvSpPr/>
          <p:nvPr/>
        </p:nvSpPr>
        <p:spPr>
          <a:xfrm>
            <a:off x="8870331" y="5019754"/>
            <a:ext cx="67484" cy="67484"/>
          </a:xfrm>
          <a:prstGeom prst="ellipse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Oval 361"/>
          <p:cNvSpPr/>
          <p:nvPr/>
        </p:nvSpPr>
        <p:spPr>
          <a:xfrm>
            <a:off x="1235623" y="4509817"/>
            <a:ext cx="70418" cy="70418"/>
          </a:xfrm>
          <a:prstGeom prst="ellipse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Oval 362"/>
          <p:cNvSpPr/>
          <p:nvPr/>
        </p:nvSpPr>
        <p:spPr>
          <a:xfrm>
            <a:off x="2404733" y="4806135"/>
            <a:ext cx="39306" cy="39306"/>
          </a:xfrm>
          <a:prstGeom prst="ellipse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Oval 363"/>
          <p:cNvSpPr/>
          <p:nvPr/>
        </p:nvSpPr>
        <p:spPr>
          <a:xfrm>
            <a:off x="2518251" y="2610412"/>
            <a:ext cx="75306" cy="75306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Oval 364"/>
          <p:cNvSpPr/>
          <p:nvPr/>
        </p:nvSpPr>
        <p:spPr>
          <a:xfrm>
            <a:off x="6375392" y="2664231"/>
            <a:ext cx="80753" cy="80753"/>
          </a:xfrm>
          <a:prstGeom prst="ellipse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Oval 365"/>
          <p:cNvSpPr/>
          <p:nvPr/>
        </p:nvSpPr>
        <p:spPr>
          <a:xfrm>
            <a:off x="3069473" y="5571498"/>
            <a:ext cx="38829" cy="38829"/>
          </a:xfrm>
          <a:prstGeom prst="ellipse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Oval 366"/>
          <p:cNvSpPr/>
          <p:nvPr/>
        </p:nvSpPr>
        <p:spPr>
          <a:xfrm>
            <a:off x="11772815" y="2672299"/>
            <a:ext cx="60213" cy="60213"/>
          </a:xfrm>
          <a:prstGeom prst="ellipse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Oval 367"/>
          <p:cNvSpPr/>
          <p:nvPr/>
        </p:nvSpPr>
        <p:spPr>
          <a:xfrm>
            <a:off x="10318903" y="3573868"/>
            <a:ext cx="74940" cy="749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Rectangle 368"/>
          <p:cNvSpPr/>
          <p:nvPr/>
        </p:nvSpPr>
        <p:spPr>
          <a:xfrm>
            <a:off x="137160" y="137160"/>
            <a:ext cx="347472" cy="4114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Rectangle 369"/>
          <p:cNvSpPr/>
          <p:nvPr/>
        </p:nvSpPr>
        <p:spPr>
          <a:xfrm>
            <a:off x="137160" y="137160"/>
            <a:ext cx="41148" cy="3474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Rectangle 370"/>
          <p:cNvSpPr/>
          <p:nvPr/>
        </p:nvSpPr>
        <p:spPr>
          <a:xfrm>
            <a:off x="11707063" y="137160"/>
            <a:ext cx="347472" cy="41148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Rectangle 371"/>
          <p:cNvSpPr/>
          <p:nvPr/>
        </p:nvSpPr>
        <p:spPr>
          <a:xfrm>
            <a:off x="12013387" y="137160"/>
            <a:ext cx="41148" cy="347472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Rectangle 372"/>
          <p:cNvSpPr/>
          <p:nvPr/>
        </p:nvSpPr>
        <p:spPr>
          <a:xfrm>
            <a:off x="137160" y="6679692"/>
            <a:ext cx="347472" cy="41148"/>
          </a:xfrm>
          <a:prstGeom prst="rect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Rectangle 373"/>
          <p:cNvSpPr/>
          <p:nvPr/>
        </p:nvSpPr>
        <p:spPr>
          <a:xfrm>
            <a:off x="137160" y="6373368"/>
            <a:ext cx="41148" cy="347472"/>
          </a:xfrm>
          <a:prstGeom prst="rect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Rectangle 374"/>
          <p:cNvSpPr/>
          <p:nvPr/>
        </p:nvSpPr>
        <p:spPr>
          <a:xfrm>
            <a:off x="11707063" y="6679692"/>
            <a:ext cx="347472" cy="4114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Rectangle 375"/>
          <p:cNvSpPr/>
          <p:nvPr/>
        </p:nvSpPr>
        <p:spPr>
          <a:xfrm>
            <a:off x="12013387" y="6373368"/>
            <a:ext cx="41148" cy="3474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Rectangle 376"/>
          <p:cNvSpPr/>
          <p:nvPr/>
        </p:nvSpPr>
        <p:spPr>
          <a:xfrm>
            <a:off x="54864" y="54864"/>
            <a:ext cx="12081967" cy="2286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Rectangle 377"/>
          <p:cNvSpPr/>
          <p:nvPr/>
        </p:nvSpPr>
        <p:spPr>
          <a:xfrm>
            <a:off x="54864" y="6780276"/>
            <a:ext cx="12081967" cy="2286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Rectangle 378"/>
          <p:cNvSpPr/>
          <p:nvPr/>
        </p:nvSpPr>
        <p:spPr>
          <a:xfrm>
            <a:off x="54864" y="54864"/>
            <a:ext cx="22860" cy="6748272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Rectangle 379"/>
          <p:cNvSpPr/>
          <p:nvPr/>
        </p:nvSpPr>
        <p:spPr>
          <a:xfrm>
            <a:off x="12113971" y="54864"/>
            <a:ext cx="22860" cy="6748272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Rectangle 380"/>
          <p:cNvSpPr/>
          <p:nvPr/>
        </p:nvSpPr>
        <p:spPr>
          <a:xfrm>
            <a:off x="82296" y="82296"/>
            <a:ext cx="12027103" cy="16459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Rectangle 381"/>
          <p:cNvSpPr/>
          <p:nvPr/>
        </p:nvSpPr>
        <p:spPr>
          <a:xfrm>
            <a:off x="82296" y="6759245"/>
            <a:ext cx="12027103" cy="16459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Rectangle 382"/>
          <p:cNvSpPr/>
          <p:nvPr/>
        </p:nvSpPr>
        <p:spPr>
          <a:xfrm>
            <a:off x="109728" y="109728"/>
            <a:ext cx="11972239" cy="109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Rectangle 383"/>
          <p:cNvSpPr/>
          <p:nvPr/>
        </p:nvSpPr>
        <p:spPr>
          <a:xfrm>
            <a:off x="109728" y="6737300"/>
            <a:ext cx="11972239" cy="109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Rectangle 384"/>
          <p:cNvSpPr/>
          <p:nvPr/>
        </p:nvSpPr>
        <p:spPr>
          <a:xfrm>
            <a:off x="109728" y="109728"/>
            <a:ext cx="10972" cy="663854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Rectangle 385"/>
          <p:cNvSpPr/>
          <p:nvPr/>
        </p:nvSpPr>
        <p:spPr>
          <a:xfrm>
            <a:off x="12070995" y="109728"/>
            <a:ext cx="10972" cy="663854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Rectangle 386"/>
          <p:cNvSpPr/>
          <p:nvPr/>
        </p:nvSpPr>
        <p:spPr>
          <a:xfrm>
            <a:off x="457200" y="365760"/>
            <a:ext cx="109728" cy="82296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Rectangle 387"/>
          <p:cNvSpPr/>
          <p:nvPr/>
        </p:nvSpPr>
        <p:spPr>
          <a:xfrm>
            <a:off x="566928" y="365760"/>
            <a:ext cx="36576" cy="822960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TextBox 388"/>
          <p:cNvSpPr txBox="1"/>
          <p:nvPr/>
        </p:nvSpPr>
        <p:spPr>
          <a:xfrm>
            <a:off x="713232" y="38404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00E5FF"/>
                </a:solidFill>
                <a:latin typeface="Microsoft YaHei"/>
              </a:rPr>
              <a:t>◢</a:t>
            </a:r>
          </a:p>
        </p:txBody>
      </p:sp>
      <p:sp>
        <p:nvSpPr>
          <p:cNvPr id="390" name="TextBox 389"/>
          <p:cNvSpPr txBox="1"/>
          <p:nvPr/>
        </p:nvSpPr>
        <p:spPr>
          <a:xfrm>
            <a:off x="1143000" y="347472"/>
            <a:ext cx="100584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200" b="1">
                <a:solidFill>
                  <a:srgbClr val="FFFFFF"/>
                </a:solidFill>
                <a:latin typeface="Microsoft YaHei"/>
              </a:rPr>
              <a:t>竞争优势：真实运行数据即证据</a:t>
            </a:r>
          </a:p>
        </p:txBody>
      </p:sp>
      <p:sp>
        <p:nvSpPr>
          <p:cNvPr id="391" name="TextBox 390"/>
          <p:cNvSpPr txBox="1"/>
          <p:nvPr/>
        </p:nvSpPr>
        <p:spPr>
          <a:xfrm>
            <a:off x="1143000" y="932688"/>
            <a:ext cx="100584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00E5FF"/>
                </a:solidFill>
                <a:latin typeface="Microsoft YaHei"/>
              </a:rPr>
              <a:t>不是概念，是跑起来的产品：编排＋评分＋存证三位一体</a:t>
            </a:r>
          </a:p>
        </p:txBody>
      </p:sp>
      <p:sp>
        <p:nvSpPr>
          <p:cNvPr id="392" name="Rectangle 391"/>
          <p:cNvSpPr/>
          <p:nvPr/>
        </p:nvSpPr>
        <p:spPr>
          <a:xfrm>
            <a:off x="1143000" y="1298448"/>
            <a:ext cx="3200400" cy="2743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Rectangle 392"/>
          <p:cNvSpPr/>
          <p:nvPr/>
        </p:nvSpPr>
        <p:spPr>
          <a:xfrm>
            <a:off x="4343400" y="1298448"/>
            <a:ext cx="2286000" cy="27432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Rectangle 393"/>
          <p:cNvSpPr/>
          <p:nvPr/>
        </p:nvSpPr>
        <p:spPr>
          <a:xfrm>
            <a:off x="6629400" y="1298448"/>
            <a:ext cx="1828800" cy="27432"/>
          </a:xfrm>
          <a:prstGeom prst="rect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Rectangle 394"/>
          <p:cNvSpPr/>
          <p:nvPr/>
        </p:nvSpPr>
        <p:spPr>
          <a:xfrm>
            <a:off x="8458200" y="1298448"/>
            <a:ext cx="1645920" cy="27432"/>
          </a:xfrm>
          <a:prstGeom prst="rect">
            <a:avLst/>
          </a:prstGeom>
          <a:solidFill>
            <a:srgbClr val="F5B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Rectangle 395"/>
          <p:cNvSpPr/>
          <p:nvPr/>
        </p:nvSpPr>
        <p:spPr>
          <a:xfrm>
            <a:off x="10104120" y="1298448"/>
            <a:ext cx="1097280" cy="2743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Rectangle 396"/>
          <p:cNvSpPr/>
          <p:nvPr/>
        </p:nvSpPr>
        <p:spPr>
          <a:xfrm>
            <a:off x="1097280" y="347472"/>
            <a:ext cx="10515600" cy="987552"/>
          </a:xfrm>
          <a:prstGeom prst="rect">
            <a:avLst/>
          </a:prstGeom>
          <a:solidFill>
            <a:srgbClr val="1A0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Oval 397"/>
          <p:cNvSpPr/>
          <p:nvPr/>
        </p:nvSpPr>
        <p:spPr>
          <a:xfrm>
            <a:off x="11247120" y="274320"/>
            <a:ext cx="640080" cy="64008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Oval 398"/>
          <p:cNvSpPr/>
          <p:nvPr/>
        </p:nvSpPr>
        <p:spPr>
          <a:xfrm>
            <a:off x="11292840" y="320040"/>
            <a:ext cx="548640" cy="548640"/>
          </a:xfrm>
          <a:prstGeom prst="ellipse">
            <a:avLst/>
          </a:prstGeom>
          <a:solidFill>
            <a:srgbClr val="1A0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TextBox 399"/>
          <p:cNvSpPr txBox="1"/>
          <p:nvPr/>
        </p:nvSpPr>
        <p:spPr>
          <a:xfrm>
            <a:off x="11247120" y="320040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2000" b="1">
                <a:solidFill>
                  <a:srgbClr val="00E5FF"/>
                </a:solidFill>
                <a:latin typeface="Microsoft YaHei"/>
              </a:rPr>
              <a:t>07</a:t>
            </a:r>
          </a:p>
        </p:txBody>
      </p:sp>
      <p:sp>
        <p:nvSpPr>
          <p:cNvPr id="401" name="TextBox 400"/>
          <p:cNvSpPr txBox="1"/>
          <p:nvPr/>
        </p:nvSpPr>
        <p:spPr>
          <a:xfrm>
            <a:off x="731520" y="1554480"/>
            <a:ext cx="5486400" cy="2743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400" b="1">
                <a:solidFill>
                  <a:srgbClr val="00E5FF"/>
                </a:solidFill>
                <a:latin typeface="Microsoft YaHei"/>
              </a:rPr>
              <a:t>▸ </a:t>
            </a:r>
            <a:r>
              <a:rPr sz="1400">
                <a:solidFill>
                  <a:srgbClr val="E8EEF7"/>
                </a:solidFill>
                <a:latin typeface="Microsoft YaHei"/>
              </a:rPr>
              <a:t>拒绝单点生成，FlowForge AI 做全流程编排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400" b="1">
                <a:solidFill>
                  <a:srgbClr val="00E5FF"/>
                </a:solidFill>
                <a:latin typeface="Microsoft YaHei"/>
              </a:rPr>
              <a:t>▸ </a:t>
            </a:r>
            <a:r>
              <a:rPr sz="1400">
                <a:solidFill>
                  <a:srgbClr val="E8EEF7"/>
                </a:solidFill>
                <a:latin typeface="Microsoft YaHei"/>
              </a:rPr>
              <a:t>首创五维评分，把主观质量变成客观数字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400" b="1">
                <a:solidFill>
                  <a:srgbClr val="00E5FF"/>
                </a:solidFill>
                <a:latin typeface="Microsoft YaHei"/>
              </a:rPr>
              <a:t>▸ </a:t>
            </a:r>
            <a:r>
              <a:rPr sz="1400">
                <a:solidFill>
                  <a:srgbClr val="E8EEF7"/>
                </a:solidFill>
                <a:latin typeface="Microsoft YaHei"/>
              </a:rPr>
              <a:t>构建信任壁垒：链上存证＋模板市场网络效应</a:t>
            </a:r>
          </a:p>
        </p:txBody>
      </p:sp>
      <p:sp>
        <p:nvSpPr>
          <p:cNvPr id="402" name="TextBox 401"/>
          <p:cNvSpPr txBox="1"/>
          <p:nvPr/>
        </p:nvSpPr>
        <p:spPr>
          <a:xfrm>
            <a:off x="7315200" y="1554480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1">
                <a:solidFill>
                  <a:srgbClr val="E53E3E"/>
                </a:solidFill>
                <a:latin typeface="Microsoft YaHei"/>
              </a:rPr>
              <a:t>其他 AI 工具</a:t>
            </a:r>
          </a:p>
        </p:txBody>
      </p:sp>
      <p:sp>
        <p:nvSpPr>
          <p:cNvPr id="403" name="TextBox 402"/>
          <p:cNvSpPr txBox="1"/>
          <p:nvPr/>
        </p:nvSpPr>
        <p:spPr>
          <a:xfrm>
            <a:off x="9418320" y="1554480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1">
                <a:solidFill>
                  <a:srgbClr val="4CAF50"/>
                </a:solidFill>
                <a:latin typeface="Microsoft YaHei"/>
              </a:rPr>
              <a:t>FlowForge</a:t>
            </a:r>
          </a:p>
        </p:txBody>
      </p:sp>
      <p:sp>
        <p:nvSpPr>
          <p:cNvPr id="404" name="Rounded Rectangle 403"/>
          <p:cNvSpPr/>
          <p:nvPr/>
        </p:nvSpPr>
        <p:spPr>
          <a:xfrm>
            <a:off x="7315200" y="1737360"/>
            <a:ext cx="2011680" cy="548640"/>
          </a:xfrm>
          <a:prstGeom prst="roundRect">
            <a:avLst/>
          </a:prstGeom>
          <a:solidFill>
            <a:srgbClr val="12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" name="TextBox 404"/>
          <p:cNvSpPr txBox="1"/>
          <p:nvPr/>
        </p:nvSpPr>
        <p:spPr>
          <a:xfrm>
            <a:off x="7315200" y="1847088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0">
                <a:solidFill>
                  <a:srgbClr val="E53E3E"/>
                </a:solidFill>
                <a:latin typeface="Microsoft YaHei"/>
              </a:rPr>
              <a:t>单点生成</a:t>
            </a:r>
          </a:p>
        </p:txBody>
      </p:sp>
      <p:sp>
        <p:nvSpPr>
          <p:cNvPr id="406" name="Rounded Rectangle 405"/>
          <p:cNvSpPr/>
          <p:nvPr/>
        </p:nvSpPr>
        <p:spPr>
          <a:xfrm>
            <a:off x="9418320" y="1737360"/>
            <a:ext cx="2011680" cy="548640"/>
          </a:xfrm>
          <a:prstGeom prst="roundRect">
            <a:avLst/>
          </a:prstGeom>
          <a:solidFill>
            <a:srgbClr val="12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" name="TextBox 406"/>
          <p:cNvSpPr txBox="1"/>
          <p:nvPr/>
        </p:nvSpPr>
        <p:spPr>
          <a:xfrm>
            <a:off x="9418320" y="1847088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1">
                <a:solidFill>
                  <a:srgbClr val="4CAF50"/>
                </a:solidFill>
                <a:latin typeface="Microsoft YaHei"/>
              </a:rPr>
              <a:t>全流程编排</a:t>
            </a:r>
          </a:p>
        </p:txBody>
      </p:sp>
      <p:sp>
        <p:nvSpPr>
          <p:cNvPr id="408" name="Rounded Rectangle 407"/>
          <p:cNvSpPr/>
          <p:nvPr/>
        </p:nvSpPr>
        <p:spPr>
          <a:xfrm>
            <a:off x="7315200" y="2395728"/>
            <a:ext cx="2011680" cy="548640"/>
          </a:xfrm>
          <a:prstGeom prst="roundRect">
            <a:avLst/>
          </a:prstGeom>
          <a:solidFill>
            <a:srgbClr val="12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TextBox 408"/>
          <p:cNvSpPr txBox="1"/>
          <p:nvPr/>
        </p:nvSpPr>
        <p:spPr>
          <a:xfrm>
            <a:off x="7315200" y="2505456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0">
                <a:solidFill>
                  <a:srgbClr val="E53E3E"/>
                </a:solidFill>
                <a:latin typeface="Microsoft YaHei"/>
              </a:rPr>
              <a:t>主观质量</a:t>
            </a:r>
          </a:p>
        </p:txBody>
      </p:sp>
      <p:sp>
        <p:nvSpPr>
          <p:cNvPr id="410" name="Rounded Rectangle 409"/>
          <p:cNvSpPr/>
          <p:nvPr/>
        </p:nvSpPr>
        <p:spPr>
          <a:xfrm>
            <a:off x="9418320" y="2395728"/>
            <a:ext cx="2011680" cy="548640"/>
          </a:xfrm>
          <a:prstGeom prst="roundRect">
            <a:avLst/>
          </a:prstGeom>
          <a:solidFill>
            <a:srgbClr val="12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" name="TextBox 410"/>
          <p:cNvSpPr txBox="1"/>
          <p:nvPr/>
        </p:nvSpPr>
        <p:spPr>
          <a:xfrm>
            <a:off x="9418320" y="2505456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1">
                <a:solidFill>
                  <a:srgbClr val="4CAF50"/>
                </a:solidFill>
                <a:latin typeface="Microsoft YaHei"/>
              </a:rPr>
              <a:t>五维评分</a:t>
            </a:r>
          </a:p>
        </p:txBody>
      </p:sp>
      <p:sp>
        <p:nvSpPr>
          <p:cNvPr id="412" name="Rounded Rectangle 411"/>
          <p:cNvSpPr/>
          <p:nvPr/>
        </p:nvSpPr>
        <p:spPr>
          <a:xfrm>
            <a:off x="7315200" y="3054096"/>
            <a:ext cx="2011680" cy="548640"/>
          </a:xfrm>
          <a:prstGeom prst="roundRect">
            <a:avLst/>
          </a:prstGeom>
          <a:solidFill>
            <a:srgbClr val="12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TextBox 412"/>
          <p:cNvSpPr txBox="1"/>
          <p:nvPr/>
        </p:nvSpPr>
        <p:spPr>
          <a:xfrm>
            <a:off x="7315200" y="3163824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0">
                <a:solidFill>
                  <a:srgbClr val="E53E3E"/>
                </a:solidFill>
                <a:latin typeface="Microsoft YaHei"/>
              </a:rPr>
              <a:t>无存证</a:t>
            </a:r>
          </a:p>
        </p:txBody>
      </p:sp>
      <p:sp>
        <p:nvSpPr>
          <p:cNvPr id="414" name="Rounded Rectangle 413"/>
          <p:cNvSpPr/>
          <p:nvPr/>
        </p:nvSpPr>
        <p:spPr>
          <a:xfrm>
            <a:off x="9418320" y="3054096"/>
            <a:ext cx="2011680" cy="548640"/>
          </a:xfrm>
          <a:prstGeom prst="roundRect">
            <a:avLst/>
          </a:prstGeom>
          <a:solidFill>
            <a:srgbClr val="12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TextBox 414"/>
          <p:cNvSpPr txBox="1"/>
          <p:nvPr/>
        </p:nvSpPr>
        <p:spPr>
          <a:xfrm>
            <a:off x="9418320" y="3163824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1">
                <a:solidFill>
                  <a:srgbClr val="4CAF50"/>
                </a:solidFill>
                <a:latin typeface="Microsoft YaHei"/>
              </a:rPr>
              <a:t>链上存证</a:t>
            </a:r>
          </a:p>
        </p:txBody>
      </p:sp>
      <p:sp>
        <p:nvSpPr>
          <p:cNvPr id="416" name="Rounded Rectangle 415"/>
          <p:cNvSpPr/>
          <p:nvPr/>
        </p:nvSpPr>
        <p:spPr>
          <a:xfrm>
            <a:off x="7315200" y="3712464"/>
            <a:ext cx="2011680" cy="548640"/>
          </a:xfrm>
          <a:prstGeom prst="roundRect">
            <a:avLst/>
          </a:prstGeom>
          <a:solidFill>
            <a:srgbClr val="12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" name="TextBox 416"/>
          <p:cNvSpPr txBox="1"/>
          <p:nvPr/>
        </p:nvSpPr>
        <p:spPr>
          <a:xfrm>
            <a:off x="7315200" y="3822192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0">
                <a:solidFill>
                  <a:srgbClr val="E53E3E"/>
                </a:solidFill>
                <a:latin typeface="Microsoft YaHei"/>
              </a:rPr>
              <a:t>无模板</a:t>
            </a:r>
          </a:p>
        </p:txBody>
      </p:sp>
      <p:sp>
        <p:nvSpPr>
          <p:cNvPr id="418" name="Rounded Rectangle 417"/>
          <p:cNvSpPr/>
          <p:nvPr/>
        </p:nvSpPr>
        <p:spPr>
          <a:xfrm>
            <a:off x="9418320" y="3712464"/>
            <a:ext cx="2011680" cy="548640"/>
          </a:xfrm>
          <a:prstGeom prst="roundRect">
            <a:avLst/>
          </a:prstGeom>
          <a:solidFill>
            <a:srgbClr val="12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TextBox 418"/>
          <p:cNvSpPr txBox="1"/>
          <p:nvPr/>
        </p:nvSpPr>
        <p:spPr>
          <a:xfrm>
            <a:off x="9418320" y="3822192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1">
                <a:solidFill>
                  <a:srgbClr val="4CAF50"/>
                </a:solidFill>
                <a:latin typeface="Microsoft YaHei"/>
              </a:rPr>
              <a:t>模板市场</a:t>
            </a:r>
          </a:p>
        </p:txBody>
      </p:sp>
      <p:pic>
        <p:nvPicPr>
          <p:cNvPr id="420" name="Picture 41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389120"/>
            <a:ext cx="6400800" cy="2011680"/>
          </a:xfrm>
          <a:prstGeom prst="rect">
            <a:avLst/>
          </a:prstGeom>
        </p:spPr>
      </p:pic>
      <p:sp>
        <p:nvSpPr>
          <p:cNvPr id="421" name="Rounded Rectangle 420"/>
          <p:cNvSpPr/>
          <p:nvPr/>
        </p:nvSpPr>
        <p:spPr>
          <a:xfrm>
            <a:off x="7315200" y="4389120"/>
            <a:ext cx="2011680" cy="914400"/>
          </a:xfrm>
          <a:prstGeom prst="roundRect">
            <a:avLst/>
          </a:prstGeom>
          <a:solidFill>
            <a:srgbClr val="1A0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" name="Rectangle 421"/>
          <p:cNvSpPr/>
          <p:nvPr/>
        </p:nvSpPr>
        <p:spPr>
          <a:xfrm>
            <a:off x="7315200" y="4389120"/>
            <a:ext cx="54864" cy="9144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" name="Rectangle 422"/>
          <p:cNvSpPr/>
          <p:nvPr/>
        </p:nvSpPr>
        <p:spPr>
          <a:xfrm>
            <a:off x="7315200" y="4389120"/>
            <a:ext cx="2011680" cy="18288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" name="TextBox 423"/>
          <p:cNvSpPr txBox="1"/>
          <p:nvPr/>
        </p:nvSpPr>
        <p:spPr>
          <a:xfrm>
            <a:off x="7498080" y="4526280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>
                <a:solidFill>
                  <a:srgbClr val="4CAF50"/>
                </a:solidFill>
                <a:latin typeface="Microsoft YaHei"/>
              </a:rPr>
              <a:t>594</a:t>
            </a:r>
          </a:p>
        </p:txBody>
      </p:sp>
      <p:sp>
        <p:nvSpPr>
          <p:cNvPr id="425" name="TextBox 424"/>
          <p:cNvSpPr txBox="1"/>
          <p:nvPr/>
        </p:nvSpPr>
        <p:spPr>
          <a:xfrm>
            <a:off x="7498080" y="4956048"/>
            <a:ext cx="17373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E8EEF7"/>
                </a:solidFill>
                <a:latin typeface="Microsoft YaHei"/>
              </a:rPr>
              <a:t>评分记录</a:t>
            </a:r>
          </a:p>
        </p:txBody>
      </p:sp>
      <p:sp>
        <p:nvSpPr>
          <p:cNvPr id="426" name="Rounded Rectangle 425"/>
          <p:cNvSpPr/>
          <p:nvPr/>
        </p:nvSpPr>
        <p:spPr>
          <a:xfrm>
            <a:off x="9418320" y="4389120"/>
            <a:ext cx="2011680" cy="914400"/>
          </a:xfrm>
          <a:prstGeom prst="roundRect">
            <a:avLst/>
          </a:prstGeom>
          <a:solidFill>
            <a:srgbClr val="1A0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" name="Rectangle 426"/>
          <p:cNvSpPr/>
          <p:nvPr/>
        </p:nvSpPr>
        <p:spPr>
          <a:xfrm>
            <a:off x="9418320" y="4389120"/>
            <a:ext cx="54864" cy="9144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" name="Rectangle 427"/>
          <p:cNvSpPr/>
          <p:nvPr/>
        </p:nvSpPr>
        <p:spPr>
          <a:xfrm>
            <a:off x="9418320" y="4389120"/>
            <a:ext cx="2011680" cy="18288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" name="TextBox 428"/>
          <p:cNvSpPr txBox="1"/>
          <p:nvPr/>
        </p:nvSpPr>
        <p:spPr>
          <a:xfrm>
            <a:off x="9601200" y="4526280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>
                <a:solidFill>
                  <a:srgbClr val="4FC3F7"/>
                </a:solidFill>
                <a:latin typeface="Microsoft YaHei"/>
              </a:rPr>
              <a:t>262</a:t>
            </a:r>
          </a:p>
        </p:txBody>
      </p:sp>
      <p:sp>
        <p:nvSpPr>
          <p:cNvPr id="430" name="TextBox 429"/>
          <p:cNvSpPr txBox="1"/>
          <p:nvPr/>
        </p:nvSpPr>
        <p:spPr>
          <a:xfrm>
            <a:off x="9601200" y="4956048"/>
            <a:ext cx="17373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E8EEF7"/>
                </a:solidFill>
                <a:latin typeface="Microsoft YaHei"/>
              </a:rPr>
              <a:t>执行记录</a:t>
            </a:r>
          </a:p>
        </p:txBody>
      </p:sp>
      <p:sp>
        <p:nvSpPr>
          <p:cNvPr id="431" name="TextBox 430"/>
          <p:cNvSpPr txBox="1"/>
          <p:nvPr/>
        </p:nvSpPr>
        <p:spPr>
          <a:xfrm>
            <a:off x="7315200" y="548640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E8EEF7"/>
                </a:solidFill>
                <a:latin typeface="Microsoft YaHei"/>
              </a:rPr>
              <a:t>现场演示：创建工作流到链上存证全流程闭环</a:t>
            </a:r>
          </a:p>
        </p:txBody>
      </p:sp>
      <p:sp>
        <p:nvSpPr>
          <p:cNvPr id="432" name="Rectangle 431"/>
          <p:cNvSpPr/>
          <p:nvPr/>
        </p:nvSpPr>
        <p:spPr>
          <a:xfrm>
            <a:off x="0" y="6565392"/>
            <a:ext cx="12191695" cy="45720"/>
          </a:xfrm>
          <a:prstGeom prst="rect">
            <a:avLst/>
          </a:prstGeom>
          <a:solidFill>
            <a:srgbClr val="1A0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" name="Rectangle 432"/>
          <p:cNvSpPr/>
          <p:nvPr/>
        </p:nvSpPr>
        <p:spPr>
          <a:xfrm>
            <a:off x="0" y="6565392"/>
            <a:ext cx="5689457" cy="457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" name="Rectangle 433"/>
          <p:cNvSpPr/>
          <p:nvPr/>
        </p:nvSpPr>
        <p:spPr>
          <a:xfrm>
            <a:off x="0" y="6551676"/>
            <a:ext cx="5689457" cy="109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" name="Oval 434"/>
          <p:cNvSpPr/>
          <p:nvPr/>
        </p:nvSpPr>
        <p:spPr>
          <a:xfrm>
            <a:off x="457200" y="6693408"/>
            <a:ext cx="73152" cy="73152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" name="Oval 435"/>
          <p:cNvSpPr/>
          <p:nvPr/>
        </p:nvSpPr>
        <p:spPr>
          <a:xfrm>
            <a:off x="566928" y="6711696"/>
            <a:ext cx="45720" cy="45720"/>
          </a:xfrm>
          <a:prstGeom prst="ellipse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" name="TextBox 436"/>
          <p:cNvSpPr txBox="1"/>
          <p:nvPr/>
        </p:nvSpPr>
        <p:spPr>
          <a:xfrm>
            <a:off x="685800" y="662940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9AA5B5"/>
                </a:solidFill>
                <a:latin typeface="Microsoft YaHei"/>
              </a:rPr>
              <a:t>FlowForge AI  ·  Shadu Team  ·  v2.67</a:t>
            </a:r>
          </a:p>
        </p:txBody>
      </p:sp>
      <p:sp>
        <p:nvSpPr>
          <p:cNvPr id="438" name="TextBox 437"/>
          <p:cNvSpPr txBox="1"/>
          <p:nvPr/>
        </p:nvSpPr>
        <p:spPr>
          <a:xfrm>
            <a:off x="10058400" y="662940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>
                <a:solidFill>
                  <a:srgbClr val="00E5FF"/>
                </a:solidFill>
                <a:latin typeface="Microsoft YaHei"/>
              </a:rPr>
              <a:t>[ 07 / 15 ]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1628"/>
            </a:gs>
            <a:gs pos="100000">
              <a:srgbClr val="1A0B2E"/>
            </a:gs>
          </a:gsLst>
          <a:lin scaled="0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789920" y="0"/>
            <a:ext cx="1401775" cy="2011680"/>
          </a:xfrm>
          <a:prstGeom prst="ellipse">
            <a:avLst/>
          </a:prstGeom>
          <a:solidFill>
            <a:srgbClr val="F5B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155680" y="0"/>
            <a:ext cx="1036015" cy="1097280"/>
          </a:xfrm>
          <a:prstGeom prst="ellips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0" y="5486400"/>
            <a:ext cx="1645920" cy="1371600"/>
          </a:xfrm>
          <a:prstGeom prst="ellips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704320" y="5029200"/>
            <a:ext cx="487375" cy="914400"/>
          </a:xfrm>
          <a:prstGeom prst="ellipse">
            <a:avLst/>
          </a:prstGeom>
          <a:solidFill>
            <a:srgbClr val="F5B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A0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5486400"/>
            <a:ext cx="12191695" cy="13716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0" y="2286000"/>
            <a:ext cx="3200400" cy="3200400"/>
          </a:xfrm>
          <a:prstGeom prst="ellipse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515600" y="1828800"/>
            <a:ext cx="1676095" cy="3200400"/>
          </a:xfrm>
          <a:prstGeom prst="ellipse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0" y="0"/>
            <a:ext cx="4572000" cy="4572000"/>
          </a:xfrm>
          <a:prstGeom prst="ellipse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0" y="2743200"/>
            <a:ext cx="3047695" cy="4114800"/>
          </a:xfrm>
          <a:prstGeom prst="ellipse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57600" y="0"/>
            <a:ext cx="3657600" cy="3657600"/>
          </a:xfrm>
          <a:prstGeom prst="ellipse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64592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6888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9184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1480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93776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76072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0664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5256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87552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69848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52144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2344400" y="0"/>
            <a:ext cx="182880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74320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2295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371600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920240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468880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017520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566160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114800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663440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21207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76071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30935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85799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40663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95527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50391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05255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60119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14983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69847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124711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179575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274320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82295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371600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920240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2468880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3017520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3566160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4114800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4663440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521207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576071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630935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685799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740663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795527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50391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905255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960119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1014983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1069847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1124711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179575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274320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82295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1371600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1920240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2468880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3017520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3566160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4114800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4663440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521207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576071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630935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685799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740663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795527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850391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905255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960119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1014983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1069847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1124711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1179575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274320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82295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1371600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1920240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2468880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3017520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3566160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4114800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4663440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521207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576071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630935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685799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740663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795527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850391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905255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960119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1014983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1069847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1124711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1179575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274320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82295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1371600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1920240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2468880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3017520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3566160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4114800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4663440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521207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576071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630935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685799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740663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795527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850391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905255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960119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1014983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1069847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1124711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1179575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274320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82295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1371600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1920240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2468880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3017520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3566160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4114800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4663440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521207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576071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630935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685799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740663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795527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850391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905255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960119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1014983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1069847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1124711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1179575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274320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82295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1371600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1920240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2468880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3017520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3566160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4114800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4663440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521207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576071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630935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685799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740663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795527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850391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905255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960119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1014983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1069847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1124711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1179575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274320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82295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1371600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1920240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2468880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3017520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3566160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4114800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4663440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521207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576071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630935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xfrm>
            <a:off x="685799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xfrm>
            <a:off x="740663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Oval 198"/>
          <p:cNvSpPr/>
          <p:nvPr/>
        </p:nvSpPr>
        <p:spPr>
          <a:xfrm>
            <a:off x="795527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>
            <a:off x="850391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905255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960119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1014983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1069847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Oval 204"/>
          <p:cNvSpPr/>
          <p:nvPr/>
        </p:nvSpPr>
        <p:spPr>
          <a:xfrm>
            <a:off x="1124711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Oval 205"/>
          <p:cNvSpPr/>
          <p:nvPr/>
        </p:nvSpPr>
        <p:spPr>
          <a:xfrm>
            <a:off x="1179575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>
            <a:off x="274320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Oval 207"/>
          <p:cNvSpPr/>
          <p:nvPr/>
        </p:nvSpPr>
        <p:spPr>
          <a:xfrm>
            <a:off x="82295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Oval 208"/>
          <p:cNvSpPr/>
          <p:nvPr/>
        </p:nvSpPr>
        <p:spPr>
          <a:xfrm>
            <a:off x="1371600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Oval 209"/>
          <p:cNvSpPr/>
          <p:nvPr/>
        </p:nvSpPr>
        <p:spPr>
          <a:xfrm>
            <a:off x="1920240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Oval 210"/>
          <p:cNvSpPr/>
          <p:nvPr/>
        </p:nvSpPr>
        <p:spPr>
          <a:xfrm>
            <a:off x="2468880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Oval 211"/>
          <p:cNvSpPr/>
          <p:nvPr/>
        </p:nvSpPr>
        <p:spPr>
          <a:xfrm>
            <a:off x="3017520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Oval 212"/>
          <p:cNvSpPr/>
          <p:nvPr/>
        </p:nvSpPr>
        <p:spPr>
          <a:xfrm>
            <a:off x="3566160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4114800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4663440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521207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576071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630935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685799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740663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795527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850391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905255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960119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1014983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1069847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1124711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1179575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274320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82295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1371600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1920240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2468880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3017520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3566160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4114800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4663440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521207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576071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630935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685799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740663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Oval 242"/>
          <p:cNvSpPr/>
          <p:nvPr/>
        </p:nvSpPr>
        <p:spPr>
          <a:xfrm>
            <a:off x="795527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Oval 243"/>
          <p:cNvSpPr/>
          <p:nvPr/>
        </p:nvSpPr>
        <p:spPr>
          <a:xfrm>
            <a:off x="850391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Oval 244"/>
          <p:cNvSpPr/>
          <p:nvPr/>
        </p:nvSpPr>
        <p:spPr>
          <a:xfrm>
            <a:off x="905255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Oval 245"/>
          <p:cNvSpPr/>
          <p:nvPr/>
        </p:nvSpPr>
        <p:spPr>
          <a:xfrm>
            <a:off x="960119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Oval 246"/>
          <p:cNvSpPr/>
          <p:nvPr/>
        </p:nvSpPr>
        <p:spPr>
          <a:xfrm>
            <a:off x="1014983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Oval 247"/>
          <p:cNvSpPr/>
          <p:nvPr/>
        </p:nvSpPr>
        <p:spPr>
          <a:xfrm>
            <a:off x="1069847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Oval 248"/>
          <p:cNvSpPr/>
          <p:nvPr/>
        </p:nvSpPr>
        <p:spPr>
          <a:xfrm>
            <a:off x="1124711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Oval 249"/>
          <p:cNvSpPr/>
          <p:nvPr/>
        </p:nvSpPr>
        <p:spPr>
          <a:xfrm>
            <a:off x="1179575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Oval 250"/>
          <p:cNvSpPr/>
          <p:nvPr/>
        </p:nvSpPr>
        <p:spPr>
          <a:xfrm>
            <a:off x="274320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Oval 251"/>
          <p:cNvSpPr/>
          <p:nvPr/>
        </p:nvSpPr>
        <p:spPr>
          <a:xfrm>
            <a:off x="82295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Oval 252"/>
          <p:cNvSpPr/>
          <p:nvPr/>
        </p:nvSpPr>
        <p:spPr>
          <a:xfrm>
            <a:off x="1371600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Oval 253"/>
          <p:cNvSpPr/>
          <p:nvPr/>
        </p:nvSpPr>
        <p:spPr>
          <a:xfrm>
            <a:off x="1920240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Oval 254"/>
          <p:cNvSpPr/>
          <p:nvPr/>
        </p:nvSpPr>
        <p:spPr>
          <a:xfrm>
            <a:off x="2468880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Oval 255"/>
          <p:cNvSpPr/>
          <p:nvPr/>
        </p:nvSpPr>
        <p:spPr>
          <a:xfrm>
            <a:off x="3017520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Oval 256"/>
          <p:cNvSpPr/>
          <p:nvPr/>
        </p:nvSpPr>
        <p:spPr>
          <a:xfrm>
            <a:off x="3566160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Oval 257"/>
          <p:cNvSpPr/>
          <p:nvPr/>
        </p:nvSpPr>
        <p:spPr>
          <a:xfrm>
            <a:off x="4114800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Oval 258"/>
          <p:cNvSpPr/>
          <p:nvPr/>
        </p:nvSpPr>
        <p:spPr>
          <a:xfrm>
            <a:off x="4663440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Oval 259"/>
          <p:cNvSpPr/>
          <p:nvPr/>
        </p:nvSpPr>
        <p:spPr>
          <a:xfrm>
            <a:off x="521207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Oval 260"/>
          <p:cNvSpPr/>
          <p:nvPr/>
        </p:nvSpPr>
        <p:spPr>
          <a:xfrm>
            <a:off x="576071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Oval 261"/>
          <p:cNvSpPr/>
          <p:nvPr/>
        </p:nvSpPr>
        <p:spPr>
          <a:xfrm>
            <a:off x="630935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Oval 262"/>
          <p:cNvSpPr/>
          <p:nvPr/>
        </p:nvSpPr>
        <p:spPr>
          <a:xfrm>
            <a:off x="685799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Oval 263"/>
          <p:cNvSpPr/>
          <p:nvPr/>
        </p:nvSpPr>
        <p:spPr>
          <a:xfrm>
            <a:off x="740663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Oval 264"/>
          <p:cNvSpPr/>
          <p:nvPr/>
        </p:nvSpPr>
        <p:spPr>
          <a:xfrm>
            <a:off x="795527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Oval 265"/>
          <p:cNvSpPr/>
          <p:nvPr/>
        </p:nvSpPr>
        <p:spPr>
          <a:xfrm>
            <a:off x="850391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Oval 266"/>
          <p:cNvSpPr/>
          <p:nvPr/>
        </p:nvSpPr>
        <p:spPr>
          <a:xfrm>
            <a:off x="905255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Oval 267"/>
          <p:cNvSpPr/>
          <p:nvPr/>
        </p:nvSpPr>
        <p:spPr>
          <a:xfrm>
            <a:off x="960119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Oval 268"/>
          <p:cNvSpPr/>
          <p:nvPr/>
        </p:nvSpPr>
        <p:spPr>
          <a:xfrm>
            <a:off x="1014983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Oval 269"/>
          <p:cNvSpPr/>
          <p:nvPr/>
        </p:nvSpPr>
        <p:spPr>
          <a:xfrm>
            <a:off x="1069847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Oval 270"/>
          <p:cNvSpPr/>
          <p:nvPr/>
        </p:nvSpPr>
        <p:spPr>
          <a:xfrm>
            <a:off x="1124711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Oval 271"/>
          <p:cNvSpPr/>
          <p:nvPr/>
        </p:nvSpPr>
        <p:spPr>
          <a:xfrm>
            <a:off x="1179575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Oval 272"/>
          <p:cNvSpPr/>
          <p:nvPr/>
        </p:nvSpPr>
        <p:spPr>
          <a:xfrm>
            <a:off x="274320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Oval 273"/>
          <p:cNvSpPr/>
          <p:nvPr/>
        </p:nvSpPr>
        <p:spPr>
          <a:xfrm>
            <a:off x="82295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Oval 274"/>
          <p:cNvSpPr/>
          <p:nvPr/>
        </p:nvSpPr>
        <p:spPr>
          <a:xfrm>
            <a:off x="1371600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Oval 275"/>
          <p:cNvSpPr/>
          <p:nvPr/>
        </p:nvSpPr>
        <p:spPr>
          <a:xfrm>
            <a:off x="1920240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Oval 276"/>
          <p:cNvSpPr/>
          <p:nvPr/>
        </p:nvSpPr>
        <p:spPr>
          <a:xfrm>
            <a:off x="2468880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Oval 277"/>
          <p:cNvSpPr/>
          <p:nvPr/>
        </p:nvSpPr>
        <p:spPr>
          <a:xfrm>
            <a:off x="3017520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Oval 278"/>
          <p:cNvSpPr/>
          <p:nvPr/>
        </p:nvSpPr>
        <p:spPr>
          <a:xfrm>
            <a:off x="3566160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Oval 279"/>
          <p:cNvSpPr/>
          <p:nvPr/>
        </p:nvSpPr>
        <p:spPr>
          <a:xfrm>
            <a:off x="4114800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Oval 280"/>
          <p:cNvSpPr/>
          <p:nvPr/>
        </p:nvSpPr>
        <p:spPr>
          <a:xfrm>
            <a:off x="4663440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Oval 281"/>
          <p:cNvSpPr/>
          <p:nvPr/>
        </p:nvSpPr>
        <p:spPr>
          <a:xfrm>
            <a:off x="521207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Oval 282"/>
          <p:cNvSpPr/>
          <p:nvPr/>
        </p:nvSpPr>
        <p:spPr>
          <a:xfrm>
            <a:off x="576071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Oval 283"/>
          <p:cNvSpPr/>
          <p:nvPr/>
        </p:nvSpPr>
        <p:spPr>
          <a:xfrm>
            <a:off x="630935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Oval 284"/>
          <p:cNvSpPr/>
          <p:nvPr/>
        </p:nvSpPr>
        <p:spPr>
          <a:xfrm>
            <a:off x="685799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Oval 285"/>
          <p:cNvSpPr/>
          <p:nvPr/>
        </p:nvSpPr>
        <p:spPr>
          <a:xfrm>
            <a:off x="740663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Oval 286"/>
          <p:cNvSpPr/>
          <p:nvPr/>
        </p:nvSpPr>
        <p:spPr>
          <a:xfrm>
            <a:off x="795527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Oval 287"/>
          <p:cNvSpPr/>
          <p:nvPr/>
        </p:nvSpPr>
        <p:spPr>
          <a:xfrm>
            <a:off x="850391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Oval 288"/>
          <p:cNvSpPr/>
          <p:nvPr/>
        </p:nvSpPr>
        <p:spPr>
          <a:xfrm>
            <a:off x="905255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Oval 289"/>
          <p:cNvSpPr/>
          <p:nvPr/>
        </p:nvSpPr>
        <p:spPr>
          <a:xfrm>
            <a:off x="960119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Oval 290"/>
          <p:cNvSpPr/>
          <p:nvPr/>
        </p:nvSpPr>
        <p:spPr>
          <a:xfrm>
            <a:off x="1014983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Oval 291"/>
          <p:cNvSpPr/>
          <p:nvPr/>
        </p:nvSpPr>
        <p:spPr>
          <a:xfrm>
            <a:off x="1069847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Oval 292"/>
          <p:cNvSpPr/>
          <p:nvPr/>
        </p:nvSpPr>
        <p:spPr>
          <a:xfrm>
            <a:off x="1124711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Oval 293"/>
          <p:cNvSpPr/>
          <p:nvPr/>
        </p:nvSpPr>
        <p:spPr>
          <a:xfrm>
            <a:off x="1179575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Rectangle 294"/>
          <p:cNvSpPr/>
          <p:nvPr/>
        </p:nvSpPr>
        <p:spPr>
          <a:xfrm>
            <a:off x="91479" y="4257697"/>
            <a:ext cx="2583260" cy="109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Rectangle 295"/>
          <p:cNvSpPr/>
          <p:nvPr/>
        </p:nvSpPr>
        <p:spPr>
          <a:xfrm>
            <a:off x="2693717" y="1783875"/>
            <a:ext cx="3685122" cy="109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Rectangle 296"/>
          <p:cNvSpPr/>
          <p:nvPr/>
        </p:nvSpPr>
        <p:spPr>
          <a:xfrm>
            <a:off x="317987" y="5759958"/>
            <a:ext cx="2986215" cy="109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Rectangle 297"/>
          <p:cNvSpPr/>
          <p:nvPr/>
        </p:nvSpPr>
        <p:spPr>
          <a:xfrm>
            <a:off x="799690" y="634302"/>
            <a:ext cx="3215090" cy="109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Rectangle 298"/>
          <p:cNvSpPr/>
          <p:nvPr/>
        </p:nvSpPr>
        <p:spPr>
          <a:xfrm>
            <a:off x="727268" y="614919"/>
            <a:ext cx="3611562" cy="109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ectangle 299"/>
          <p:cNvSpPr/>
          <p:nvPr/>
        </p:nvSpPr>
        <p:spPr>
          <a:xfrm>
            <a:off x="806283" y="3696114"/>
            <a:ext cx="3445273" cy="109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Rectangle 300"/>
          <p:cNvSpPr/>
          <p:nvPr/>
        </p:nvSpPr>
        <p:spPr>
          <a:xfrm>
            <a:off x="9560961" y="23769"/>
            <a:ext cx="10972" cy="3302482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Rectangle 301"/>
          <p:cNvSpPr/>
          <p:nvPr/>
        </p:nvSpPr>
        <p:spPr>
          <a:xfrm>
            <a:off x="8309257" y="1244500"/>
            <a:ext cx="10972" cy="2113140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ectangle 302"/>
          <p:cNvSpPr/>
          <p:nvPr/>
        </p:nvSpPr>
        <p:spPr>
          <a:xfrm>
            <a:off x="11223090" y="1231128"/>
            <a:ext cx="10972" cy="1998413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Rectangle 303"/>
          <p:cNvSpPr/>
          <p:nvPr/>
        </p:nvSpPr>
        <p:spPr>
          <a:xfrm>
            <a:off x="1544980" y="3099795"/>
            <a:ext cx="10972" cy="2932894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Rectangle 304"/>
          <p:cNvSpPr/>
          <p:nvPr/>
        </p:nvSpPr>
        <p:spPr>
          <a:xfrm>
            <a:off x="9535068" y="2669066"/>
            <a:ext cx="10972" cy="2809453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Oval 305"/>
          <p:cNvSpPr/>
          <p:nvPr/>
        </p:nvSpPr>
        <p:spPr>
          <a:xfrm>
            <a:off x="11135004" y="2637830"/>
            <a:ext cx="54864" cy="5486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Oval 306"/>
          <p:cNvSpPr/>
          <p:nvPr/>
        </p:nvSpPr>
        <p:spPr>
          <a:xfrm>
            <a:off x="11116716" y="2619542"/>
            <a:ext cx="91440" cy="914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Oval 307"/>
          <p:cNvSpPr/>
          <p:nvPr/>
        </p:nvSpPr>
        <p:spPr>
          <a:xfrm>
            <a:off x="6514631" y="5235168"/>
            <a:ext cx="54864" cy="5486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Oval 308"/>
          <p:cNvSpPr/>
          <p:nvPr/>
        </p:nvSpPr>
        <p:spPr>
          <a:xfrm>
            <a:off x="6496343" y="5216880"/>
            <a:ext cx="91440" cy="914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Oval 309"/>
          <p:cNvSpPr/>
          <p:nvPr/>
        </p:nvSpPr>
        <p:spPr>
          <a:xfrm>
            <a:off x="7244093" y="5421252"/>
            <a:ext cx="54864" cy="5486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Oval 310"/>
          <p:cNvSpPr/>
          <p:nvPr/>
        </p:nvSpPr>
        <p:spPr>
          <a:xfrm>
            <a:off x="7225805" y="5402964"/>
            <a:ext cx="91440" cy="914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Oval 311"/>
          <p:cNvSpPr/>
          <p:nvPr/>
        </p:nvSpPr>
        <p:spPr>
          <a:xfrm>
            <a:off x="6792369" y="4516041"/>
            <a:ext cx="54864" cy="5486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Oval 312"/>
          <p:cNvSpPr/>
          <p:nvPr/>
        </p:nvSpPr>
        <p:spPr>
          <a:xfrm>
            <a:off x="6774081" y="4497753"/>
            <a:ext cx="91440" cy="914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Oval 313"/>
          <p:cNvSpPr/>
          <p:nvPr/>
        </p:nvSpPr>
        <p:spPr>
          <a:xfrm>
            <a:off x="960021" y="1770058"/>
            <a:ext cx="54864" cy="5486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Oval 314"/>
          <p:cNvSpPr/>
          <p:nvPr/>
        </p:nvSpPr>
        <p:spPr>
          <a:xfrm>
            <a:off x="941733" y="1751770"/>
            <a:ext cx="91440" cy="914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Oval 315"/>
          <p:cNvSpPr/>
          <p:nvPr/>
        </p:nvSpPr>
        <p:spPr>
          <a:xfrm>
            <a:off x="3632596" y="916859"/>
            <a:ext cx="54864" cy="5486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Oval 316"/>
          <p:cNvSpPr/>
          <p:nvPr/>
        </p:nvSpPr>
        <p:spPr>
          <a:xfrm>
            <a:off x="3614308" y="898571"/>
            <a:ext cx="91440" cy="914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Oval 317"/>
          <p:cNvSpPr/>
          <p:nvPr/>
        </p:nvSpPr>
        <p:spPr>
          <a:xfrm>
            <a:off x="3011567" y="1039040"/>
            <a:ext cx="54864" cy="5486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Oval 318"/>
          <p:cNvSpPr/>
          <p:nvPr/>
        </p:nvSpPr>
        <p:spPr>
          <a:xfrm>
            <a:off x="2993279" y="1020752"/>
            <a:ext cx="91440" cy="914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Oval 319"/>
          <p:cNvSpPr/>
          <p:nvPr/>
        </p:nvSpPr>
        <p:spPr>
          <a:xfrm>
            <a:off x="3507348" y="4119200"/>
            <a:ext cx="54864" cy="5486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Oval 320"/>
          <p:cNvSpPr/>
          <p:nvPr/>
        </p:nvSpPr>
        <p:spPr>
          <a:xfrm>
            <a:off x="3489060" y="4100912"/>
            <a:ext cx="91440" cy="914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Oval 321"/>
          <p:cNvSpPr/>
          <p:nvPr/>
        </p:nvSpPr>
        <p:spPr>
          <a:xfrm>
            <a:off x="4460430" y="2589708"/>
            <a:ext cx="54864" cy="5486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Oval 322"/>
          <p:cNvSpPr/>
          <p:nvPr/>
        </p:nvSpPr>
        <p:spPr>
          <a:xfrm>
            <a:off x="4442142" y="2571420"/>
            <a:ext cx="91440" cy="914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Oval 323"/>
          <p:cNvSpPr/>
          <p:nvPr/>
        </p:nvSpPr>
        <p:spPr>
          <a:xfrm>
            <a:off x="2756078" y="1995184"/>
            <a:ext cx="54864" cy="5486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Oval 324"/>
          <p:cNvSpPr/>
          <p:nvPr/>
        </p:nvSpPr>
        <p:spPr>
          <a:xfrm>
            <a:off x="2737790" y="1976896"/>
            <a:ext cx="91440" cy="914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Rectangle 325"/>
          <p:cNvSpPr/>
          <p:nvPr/>
        </p:nvSpPr>
        <p:spPr>
          <a:xfrm>
            <a:off x="0" y="182880"/>
            <a:ext cx="4114800" cy="1828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Rectangle 326"/>
          <p:cNvSpPr/>
          <p:nvPr/>
        </p:nvSpPr>
        <p:spPr>
          <a:xfrm>
            <a:off x="0" y="320040"/>
            <a:ext cx="2743200" cy="13716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Rectangle 327"/>
          <p:cNvSpPr/>
          <p:nvPr/>
        </p:nvSpPr>
        <p:spPr>
          <a:xfrm>
            <a:off x="8046720" y="6446520"/>
            <a:ext cx="4114800" cy="18288"/>
          </a:xfrm>
          <a:prstGeom prst="rect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Rectangle 328"/>
          <p:cNvSpPr/>
          <p:nvPr/>
        </p:nvSpPr>
        <p:spPr>
          <a:xfrm>
            <a:off x="9418320" y="6309360"/>
            <a:ext cx="2743200" cy="1371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Rectangle 329"/>
          <p:cNvSpPr/>
          <p:nvPr/>
        </p:nvSpPr>
        <p:spPr>
          <a:xfrm>
            <a:off x="5029200" y="0"/>
            <a:ext cx="9144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Rectangle 330"/>
          <p:cNvSpPr/>
          <p:nvPr/>
        </p:nvSpPr>
        <p:spPr>
          <a:xfrm>
            <a:off x="5166360" y="0"/>
            <a:ext cx="9144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Rectangle 331"/>
          <p:cNvSpPr/>
          <p:nvPr/>
        </p:nvSpPr>
        <p:spPr>
          <a:xfrm>
            <a:off x="5303520" y="0"/>
            <a:ext cx="9144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Rectangle 332"/>
          <p:cNvSpPr/>
          <p:nvPr/>
        </p:nvSpPr>
        <p:spPr>
          <a:xfrm>
            <a:off x="0" y="137160"/>
            <a:ext cx="12191695" cy="548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Rectangle 333"/>
          <p:cNvSpPr/>
          <p:nvPr/>
        </p:nvSpPr>
        <p:spPr>
          <a:xfrm>
            <a:off x="0" y="978408"/>
            <a:ext cx="12191695" cy="548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Rectangle 334"/>
          <p:cNvSpPr/>
          <p:nvPr/>
        </p:nvSpPr>
        <p:spPr>
          <a:xfrm>
            <a:off x="0" y="1819656"/>
            <a:ext cx="12191695" cy="548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Rectangle 335"/>
          <p:cNvSpPr/>
          <p:nvPr/>
        </p:nvSpPr>
        <p:spPr>
          <a:xfrm>
            <a:off x="0" y="2660904"/>
            <a:ext cx="12191695" cy="548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Rectangle 336"/>
          <p:cNvSpPr/>
          <p:nvPr/>
        </p:nvSpPr>
        <p:spPr>
          <a:xfrm>
            <a:off x="0" y="3502152"/>
            <a:ext cx="12191695" cy="548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Rectangle 337"/>
          <p:cNvSpPr/>
          <p:nvPr/>
        </p:nvSpPr>
        <p:spPr>
          <a:xfrm>
            <a:off x="0" y="4343400"/>
            <a:ext cx="12191695" cy="548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Rectangle 338"/>
          <p:cNvSpPr/>
          <p:nvPr/>
        </p:nvSpPr>
        <p:spPr>
          <a:xfrm>
            <a:off x="0" y="5184648"/>
            <a:ext cx="12191695" cy="548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Rectangle 339"/>
          <p:cNvSpPr/>
          <p:nvPr/>
        </p:nvSpPr>
        <p:spPr>
          <a:xfrm>
            <a:off x="0" y="6025896"/>
            <a:ext cx="12191695" cy="548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Oval 340"/>
          <p:cNvSpPr/>
          <p:nvPr/>
        </p:nvSpPr>
        <p:spPr>
          <a:xfrm>
            <a:off x="4835217" y="1361247"/>
            <a:ext cx="94339" cy="94339"/>
          </a:xfrm>
          <a:prstGeom prst="ellipse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Oval 341"/>
          <p:cNvSpPr/>
          <p:nvPr/>
        </p:nvSpPr>
        <p:spPr>
          <a:xfrm>
            <a:off x="6347216" y="4515070"/>
            <a:ext cx="91141" cy="91141"/>
          </a:xfrm>
          <a:prstGeom prst="ellipse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Oval 342"/>
          <p:cNvSpPr/>
          <p:nvPr/>
        </p:nvSpPr>
        <p:spPr>
          <a:xfrm>
            <a:off x="1768894" y="6349443"/>
            <a:ext cx="44408" cy="44408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Oval 343"/>
          <p:cNvSpPr/>
          <p:nvPr/>
        </p:nvSpPr>
        <p:spPr>
          <a:xfrm>
            <a:off x="5353617" y="2195498"/>
            <a:ext cx="64476" cy="64476"/>
          </a:xfrm>
          <a:prstGeom prst="ellipse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Oval 344"/>
          <p:cNvSpPr/>
          <p:nvPr/>
        </p:nvSpPr>
        <p:spPr>
          <a:xfrm>
            <a:off x="1585861" y="5312615"/>
            <a:ext cx="58162" cy="58162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Oval 345"/>
          <p:cNvSpPr/>
          <p:nvPr/>
        </p:nvSpPr>
        <p:spPr>
          <a:xfrm>
            <a:off x="5370210" y="1419817"/>
            <a:ext cx="47888" cy="47888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Oval 346"/>
          <p:cNvSpPr/>
          <p:nvPr/>
        </p:nvSpPr>
        <p:spPr>
          <a:xfrm>
            <a:off x="11604956" y="4210089"/>
            <a:ext cx="97515" cy="97515"/>
          </a:xfrm>
          <a:prstGeom prst="ellipse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Oval 347"/>
          <p:cNvSpPr/>
          <p:nvPr/>
        </p:nvSpPr>
        <p:spPr>
          <a:xfrm>
            <a:off x="9726414" y="4568740"/>
            <a:ext cx="69334" cy="69334"/>
          </a:xfrm>
          <a:prstGeom prst="ellipse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Oval 348"/>
          <p:cNvSpPr/>
          <p:nvPr/>
        </p:nvSpPr>
        <p:spPr>
          <a:xfrm>
            <a:off x="974463" y="1096331"/>
            <a:ext cx="37450" cy="3745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Oval 349"/>
          <p:cNvSpPr/>
          <p:nvPr/>
        </p:nvSpPr>
        <p:spPr>
          <a:xfrm>
            <a:off x="10439447" y="4646868"/>
            <a:ext cx="77961" cy="77961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Oval 350"/>
          <p:cNvSpPr/>
          <p:nvPr/>
        </p:nvSpPr>
        <p:spPr>
          <a:xfrm>
            <a:off x="6668467" y="713150"/>
            <a:ext cx="54870" cy="54870"/>
          </a:xfrm>
          <a:prstGeom prst="ellipse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Oval 351"/>
          <p:cNvSpPr/>
          <p:nvPr/>
        </p:nvSpPr>
        <p:spPr>
          <a:xfrm>
            <a:off x="11603437" y="2455060"/>
            <a:ext cx="38153" cy="38153"/>
          </a:xfrm>
          <a:prstGeom prst="ellipse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Oval 352"/>
          <p:cNvSpPr/>
          <p:nvPr/>
        </p:nvSpPr>
        <p:spPr>
          <a:xfrm>
            <a:off x="6860823" y="3934604"/>
            <a:ext cx="75416" cy="75416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Oval 353"/>
          <p:cNvSpPr/>
          <p:nvPr/>
        </p:nvSpPr>
        <p:spPr>
          <a:xfrm>
            <a:off x="3831632" y="2853451"/>
            <a:ext cx="84921" cy="84921"/>
          </a:xfrm>
          <a:prstGeom prst="ellipse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Oval 354"/>
          <p:cNvSpPr/>
          <p:nvPr/>
        </p:nvSpPr>
        <p:spPr>
          <a:xfrm>
            <a:off x="5750328" y="4098430"/>
            <a:ext cx="98027" cy="98027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Oval 355"/>
          <p:cNvSpPr/>
          <p:nvPr/>
        </p:nvSpPr>
        <p:spPr>
          <a:xfrm>
            <a:off x="9803789" y="397143"/>
            <a:ext cx="57201" cy="57201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Oval 356"/>
          <p:cNvSpPr/>
          <p:nvPr/>
        </p:nvSpPr>
        <p:spPr>
          <a:xfrm>
            <a:off x="5447626" y="4969001"/>
            <a:ext cx="81875" cy="81875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Oval 357"/>
          <p:cNvSpPr/>
          <p:nvPr/>
        </p:nvSpPr>
        <p:spPr>
          <a:xfrm>
            <a:off x="8872455" y="1060573"/>
            <a:ext cx="59183" cy="59183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Oval 358"/>
          <p:cNvSpPr/>
          <p:nvPr/>
        </p:nvSpPr>
        <p:spPr>
          <a:xfrm>
            <a:off x="8934753" y="2895632"/>
            <a:ext cx="66810" cy="6681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Oval 359"/>
          <p:cNvSpPr/>
          <p:nvPr/>
        </p:nvSpPr>
        <p:spPr>
          <a:xfrm>
            <a:off x="718963" y="6269433"/>
            <a:ext cx="97109" cy="97109"/>
          </a:xfrm>
          <a:prstGeom prst="ellipse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Oval 360"/>
          <p:cNvSpPr/>
          <p:nvPr/>
        </p:nvSpPr>
        <p:spPr>
          <a:xfrm>
            <a:off x="8870331" y="5019754"/>
            <a:ext cx="67484" cy="67484"/>
          </a:xfrm>
          <a:prstGeom prst="ellipse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Oval 361"/>
          <p:cNvSpPr/>
          <p:nvPr/>
        </p:nvSpPr>
        <p:spPr>
          <a:xfrm>
            <a:off x="1235623" y="4509817"/>
            <a:ext cx="70418" cy="70418"/>
          </a:xfrm>
          <a:prstGeom prst="ellipse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Oval 362"/>
          <p:cNvSpPr/>
          <p:nvPr/>
        </p:nvSpPr>
        <p:spPr>
          <a:xfrm>
            <a:off x="2404733" y="4806135"/>
            <a:ext cx="39306" cy="39306"/>
          </a:xfrm>
          <a:prstGeom prst="ellipse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Oval 363"/>
          <p:cNvSpPr/>
          <p:nvPr/>
        </p:nvSpPr>
        <p:spPr>
          <a:xfrm>
            <a:off x="2518251" y="2610412"/>
            <a:ext cx="75306" cy="75306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Oval 364"/>
          <p:cNvSpPr/>
          <p:nvPr/>
        </p:nvSpPr>
        <p:spPr>
          <a:xfrm>
            <a:off x="6375392" y="2664231"/>
            <a:ext cx="80753" cy="80753"/>
          </a:xfrm>
          <a:prstGeom prst="ellipse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Oval 365"/>
          <p:cNvSpPr/>
          <p:nvPr/>
        </p:nvSpPr>
        <p:spPr>
          <a:xfrm>
            <a:off x="3069473" y="5571498"/>
            <a:ext cx="38829" cy="38829"/>
          </a:xfrm>
          <a:prstGeom prst="ellipse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Oval 366"/>
          <p:cNvSpPr/>
          <p:nvPr/>
        </p:nvSpPr>
        <p:spPr>
          <a:xfrm>
            <a:off x="11772815" y="2672299"/>
            <a:ext cx="60213" cy="60213"/>
          </a:xfrm>
          <a:prstGeom prst="ellipse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Oval 367"/>
          <p:cNvSpPr/>
          <p:nvPr/>
        </p:nvSpPr>
        <p:spPr>
          <a:xfrm>
            <a:off x="10318903" y="3573868"/>
            <a:ext cx="74940" cy="749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Rectangle 368"/>
          <p:cNvSpPr/>
          <p:nvPr/>
        </p:nvSpPr>
        <p:spPr>
          <a:xfrm>
            <a:off x="137160" y="137160"/>
            <a:ext cx="347472" cy="4114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Rectangle 369"/>
          <p:cNvSpPr/>
          <p:nvPr/>
        </p:nvSpPr>
        <p:spPr>
          <a:xfrm>
            <a:off x="137160" y="137160"/>
            <a:ext cx="41148" cy="3474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Rectangle 370"/>
          <p:cNvSpPr/>
          <p:nvPr/>
        </p:nvSpPr>
        <p:spPr>
          <a:xfrm>
            <a:off x="11707063" y="137160"/>
            <a:ext cx="347472" cy="41148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Rectangle 371"/>
          <p:cNvSpPr/>
          <p:nvPr/>
        </p:nvSpPr>
        <p:spPr>
          <a:xfrm>
            <a:off x="12013387" y="137160"/>
            <a:ext cx="41148" cy="347472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Rectangle 372"/>
          <p:cNvSpPr/>
          <p:nvPr/>
        </p:nvSpPr>
        <p:spPr>
          <a:xfrm>
            <a:off x="137160" y="6679692"/>
            <a:ext cx="347472" cy="41148"/>
          </a:xfrm>
          <a:prstGeom prst="rect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Rectangle 373"/>
          <p:cNvSpPr/>
          <p:nvPr/>
        </p:nvSpPr>
        <p:spPr>
          <a:xfrm>
            <a:off x="137160" y="6373368"/>
            <a:ext cx="41148" cy="347472"/>
          </a:xfrm>
          <a:prstGeom prst="rect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Rectangle 374"/>
          <p:cNvSpPr/>
          <p:nvPr/>
        </p:nvSpPr>
        <p:spPr>
          <a:xfrm>
            <a:off x="11707063" y="6679692"/>
            <a:ext cx="347472" cy="4114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Rectangle 375"/>
          <p:cNvSpPr/>
          <p:nvPr/>
        </p:nvSpPr>
        <p:spPr>
          <a:xfrm>
            <a:off x="12013387" y="6373368"/>
            <a:ext cx="41148" cy="3474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Rectangle 376"/>
          <p:cNvSpPr/>
          <p:nvPr/>
        </p:nvSpPr>
        <p:spPr>
          <a:xfrm>
            <a:off x="54864" y="54864"/>
            <a:ext cx="12081967" cy="2286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Rectangle 377"/>
          <p:cNvSpPr/>
          <p:nvPr/>
        </p:nvSpPr>
        <p:spPr>
          <a:xfrm>
            <a:off x="54864" y="6780276"/>
            <a:ext cx="12081967" cy="2286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Rectangle 378"/>
          <p:cNvSpPr/>
          <p:nvPr/>
        </p:nvSpPr>
        <p:spPr>
          <a:xfrm>
            <a:off x="54864" y="54864"/>
            <a:ext cx="22860" cy="6748272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Rectangle 379"/>
          <p:cNvSpPr/>
          <p:nvPr/>
        </p:nvSpPr>
        <p:spPr>
          <a:xfrm>
            <a:off x="12113971" y="54864"/>
            <a:ext cx="22860" cy="6748272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Rectangle 380"/>
          <p:cNvSpPr/>
          <p:nvPr/>
        </p:nvSpPr>
        <p:spPr>
          <a:xfrm>
            <a:off x="82296" y="82296"/>
            <a:ext cx="12027103" cy="16459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Rectangle 381"/>
          <p:cNvSpPr/>
          <p:nvPr/>
        </p:nvSpPr>
        <p:spPr>
          <a:xfrm>
            <a:off x="82296" y="6759245"/>
            <a:ext cx="12027103" cy="16459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Rectangle 382"/>
          <p:cNvSpPr/>
          <p:nvPr/>
        </p:nvSpPr>
        <p:spPr>
          <a:xfrm>
            <a:off x="109728" y="109728"/>
            <a:ext cx="11972239" cy="109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Rectangle 383"/>
          <p:cNvSpPr/>
          <p:nvPr/>
        </p:nvSpPr>
        <p:spPr>
          <a:xfrm>
            <a:off x="109728" y="6737300"/>
            <a:ext cx="11972239" cy="109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Rectangle 384"/>
          <p:cNvSpPr/>
          <p:nvPr/>
        </p:nvSpPr>
        <p:spPr>
          <a:xfrm>
            <a:off x="109728" y="109728"/>
            <a:ext cx="10972" cy="663854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Rectangle 385"/>
          <p:cNvSpPr/>
          <p:nvPr/>
        </p:nvSpPr>
        <p:spPr>
          <a:xfrm>
            <a:off x="12070995" y="109728"/>
            <a:ext cx="10972" cy="663854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Rectangle 386"/>
          <p:cNvSpPr/>
          <p:nvPr/>
        </p:nvSpPr>
        <p:spPr>
          <a:xfrm>
            <a:off x="457200" y="365760"/>
            <a:ext cx="109728" cy="82296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Rectangle 387"/>
          <p:cNvSpPr/>
          <p:nvPr/>
        </p:nvSpPr>
        <p:spPr>
          <a:xfrm>
            <a:off x="566928" y="365760"/>
            <a:ext cx="36576" cy="822960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TextBox 388"/>
          <p:cNvSpPr txBox="1"/>
          <p:nvPr/>
        </p:nvSpPr>
        <p:spPr>
          <a:xfrm>
            <a:off x="713232" y="38404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00E5FF"/>
                </a:solidFill>
                <a:latin typeface="Microsoft YaHei"/>
              </a:rPr>
              <a:t>◢</a:t>
            </a:r>
          </a:p>
        </p:txBody>
      </p:sp>
      <p:sp>
        <p:nvSpPr>
          <p:cNvPr id="390" name="TextBox 389"/>
          <p:cNvSpPr txBox="1"/>
          <p:nvPr/>
        </p:nvSpPr>
        <p:spPr>
          <a:xfrm>
            <a:off x="1143000" y="347472"/>
            <a:ext cx="100584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200" b="1">
                <a:solidFill>
                  <a:srgbClr val="FFFFFF"/>
                </a:solidFill>
                <a:latin typeface="Microsoft YaHei"/>
              </a:rPr>
              <a:t>BOT Chain 主网真实部署</a:t>
            </a:r>
          </a:p>
        </p:txBody>
      </p:sp>
      <p:sp>
        <p:nvSpPr>
          <p:cNvPr id="391" name="TextBox 390"/>
          <p:cNvSpPr txBox="1"/>
          <p:nvPr/>
        </p:nvSpPr>
        <p:spPr>
          <a:xfrm>
            <a:off x="1143000" y="932688"/>
            <a:ext cx="100584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00E5FF"/>
                </a:solidFill>
                <a:latin typeface="Microsoft YaHei"/>
              </a:rPr>
              <a:t>真实主网交易：Chain ID 677 全链可查</a:t>
            </a:r>
          </a:p>
        </p:txBody>
      </p:sp>
      <p:sp>
        <p:nvSpPr>
          <p:cNvPr id="392" name="Rectangle 391"/>
          <p:cNvSpPr/>
          <p:nvPr/>
        </p:nvSpPr>
        <p:spPr>
          <a:xfrm>
            <a:off x="1143000" y="1298448"/>
            <a:ext cx="3200400" cy="2743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Rectangle 392"/>
          <p:cNvSpPr/>
          <p:nvPr/>
        </p:nvSpPr>
        <p:spPr>
          <a:xfrm>
            <a:off x="4343400" y="1298448"/>
            <a:ext cx="2286000" cy="27432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Rectangle 393"/>
          <p:cNvSpPr/>
          <p:nvPr/>
        </p:nvSpPr>
        <p:spPr>
          <a:xfrm>
            <a:off x="6629400" y="1298448"/>
            <a:ext cx="1828800" cy="27432"/>
          </a:xfrm>
          <a:prstGeom prst="rect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Rectangle 394"/>
          <p:cNvSpPr/>
          <p:nvPr/>
        </p:nvSpPr>
        <p:spPr>
          <a:xfrm>
            <a:off x="8458200" y="1298448"/>
            <a:ext cx="1645920" cy="27432"/>
          </a:xfrm>
          <a:prstGeom prst="rect">
            <a:avLst/>
          </a:prstGeom>
          <a:solidFill>
            <a:srgbClr val="F5B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Rectangle 395"/>
          <p:cNvSpPr/>
          <p:nvPr/>
        </p:nvSpPr>
        <p:spPr>
          <a:xfrm>
            <a:off x="10104120" y="1298448"/>
            <a:ext cx="1097280" cy="2743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Rectangle 396"/>
          <p:cNvSpPr/>
          <p:nvPr/>
        </p:nvSpPr>
        <p:spPr>
          <a:xfrm>
            <a:off x="1097280" y="347472"/>
            <a:ext cx="10515600" cy="987552"/>
          </a:xfrm>
          <a:prstGeom prst="rect">
            <a:avLst/>
          </a:prstGeom>
          <a:solidFill>
            <a:srgbClr val="1A0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Oval 397"/>
          <p:cNvSpPr/>
          <p:nvPr/>
        </p:nvSpPr>
        <p:spPr>
          <a:xfrm>
            <a:off x="11247120" y="274320"/>
            <a:ext cx="640080" cy="64008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Oval 398"/>
          <p:cNvSpPr/>
          <p:nvPr/>
        </p:nvSpPr>
        <p:spPr>
          <a:xfrm>
            <a:off x="11292840" y="320040"/>
            <a:ext cx="548640" cy="548640"/>
          </a:xfrm>
          <a:prstGeom prst="ellipse">
            <a:avLst/>
          </a:prstGeom>
          <a:solidFill>
            <a:srgbClr val="1A0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TextBox 399"/>
          <p:cNvSpPr txBox="1"/>
          <p:nvPr/>
        </p:nvSpPr>
        <p:spPr>
          <a:xfrm>
            <a:off x="11247120" y="320040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2000" b="1">
                <a:solidFill>
                  <a:srgbClr val="00E5FF"/>
                </a:solidFill>
                <a:latin typeface="Microsoft YaHei"/>
              </a:rPr>
              <a:t>08</a:t>
            </a:r>
          </a:p>
        </p:txBody>
      </p:sp>
      <p:sp>
        <p:nvSpPr>
          <p:cNvPr id="401" name="TextBox 400"/>
          <p:cNvSpPr txBox="1"/>
          <p:nvPr/>
        </p:nvSpPr>
        <p:spPr>
          <a:xfrm>
            <a:off x="731520" y="1554480"/>
            <a:ext cx="6217920" cy="4572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500" b="1">
                <a:solidFill>
                  <a:srgbClr val="00E5FF"/>
                </a:solidFill>
                <a:latin typeface="Microsoft YaHei"/>
              </a:rPr>
              <a:t>▸ </a:t>
            </a:r>
            <a:r>
              <a:rPr sz="1500">
                <a:solidFill>
                  <a:srgbClr val="E8EEF7"/>
                </a:solidFill>
                <a:latin typeface="Microsoft YaHei"/>
              </a:rPr>
              <a:t>部署 BOT Chain 主网，Chain ID 677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500" b="1">
                <a:solidFill>
                  <a:srgbClr val="00E5FF"/>
                </a:solidFill>
                <a:latin typeface="Microsoft YaHei"/>
              </a:rPr>
              <a:t>▸ </a:t>
            </a:r>
            <a:r>
              <a:rPr sz="1500">
                <a:solidFill>
                  <a:srgbClr val="E8EEF7"/>
                </a:solidFill>
                <a:latin typeface="Microsoft YaHei"/>
              </a:rPr>
              <a:t>RPC 端点：https://rpc.botchain.ai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500" b="1">
                <a:solidFill>
                  <a:srgbClr val="00E5FF"/>
                </a:solidFill>
                <a:latin typeface="Microsoft YaHei"/>
              </a:rPr>
              <a:t>▸ </a:t>
            </a:r>
            <a:r>
              <a:rPr sz="1500">
                <a:solidFill>
                  <a:srgbClr val="E8EEF7"/>
                </a:solidFill>
                <a:latin typeface="Microsoft YaHei"/>
              </a:rPr>
              <a:t>区块浏览器：https://scan.botchain.ai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500" b="1">
                <a:solidFill>
                  <a:srgbClr val="00E5FF"/>
                </a:solidFill>
                <a:latin typeface="Microsoft YaHei"/>
              </a:rPr>
              <a:t>▸ </a:t>
            </a:r>
            <a:r>
              <a:rPr sz="1500">
                <a:solidFill>
                  <a:srgbClr val="E8EEF7"/>
                </a:solidFill>
                <a:latin typeface="Microsoft YaHei"/>
              </a:rPr>
              <a:t>部署 Solidity 存证合约，支持执行哈希写入与查询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500" b="1">
                <a:solidFill>
                  <a:srgbClr val="00E5FF"/>
                </a:solidFill>
                <a:latin typeface="Microsoft YaHei"/>
              </a:rPr>
              <a:t>▸ </a:t>
            </a:r>
            <a:r>
              <a:rPr sz="1500">
                <a:solidFill>
                  <a:srgbClr val="E8EEF7"/>
                </a:solidFill>
                <a:latin typeface="Microsoft YaHei"/>
              </a:rPr>
              <a:t>查证 Scan：按地址＋交易哈希检索全部存证</a:t>
            </a:r>
          </a:p>
        </p:txBody>
      </p:sp>
      <p:sp>
        <p:nvSpPr>
          <p:cNvPr id="402" name="Rounded Rectangle 401"/>
          <p:cNvSpPr/>
          <p:nvPr/>
        </p:nvSpPr>
        <p:spPr>
          <a:xfrm>
            <a:off x="7315200" y="1645920"/>
            <a:ext cx="4114800" cy="594360"/>
          </a:xfrm>
          <a:prstGeom prst="roundRect">
            <a:avLst/>
          </a:prstGeom>
          <a:solidFill>
            <a:srgbClr val="12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Rectangle 402"/>
          <p:cNvSpPr/>
          <p:nvPr/>
        </p:nvSpPr>
        <p:spPr>
          <a:xfrm>
            <a:off x="7315200" y="1645920"/>
            <a:ext cx="54864" cy="594360"/>
          </a:xfrm>
          <a:prstGeom prst="rect">
            <a:avLst/>
          </a:prstGeom>
          <a:solidFill>
            <a:srgbClr val="F5B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TextBox 403"/>
          <p:cNvSpPr txBox="1"/>
          <p:nvPr/>
        </p:nvSpPr>
        <p:spPr>
          <a:xfrm>
            <a:off x="7498079" y="173736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F5B642"/>
                </a:solidFill>
                <a:latin typeface="Microsoft YaHei"/>
              </a:rPr>
              <a:t>网络</a:t>
            </a:r>
          </a:p>
        </p:txBody>
      </p:sp>
      <p:sp>
        <p:nvSpPr>
          <p:cNvPr id="405" name="TextBox 404"/>
          <p:cNvSpPr txBox="1"/>
          <p:nvPr/>
        </p:nvSpPr>
        <p:spPr>
          <a:xfrm>
            <a:off x="8869680" y="1737360"/>
            <a:ext cx="2468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E8EEF7"/>
                </a:solidFill>
                <a:latin typeface="Microsoft YaHei"/>
              </a:rPr>
              <a:t>BOT Chain 主网</a:t>
            </a:r>
          </a:p>
        </p:txBody>
      </p:sp>
      <p:sp>
        <p:nvSpPr>
          <p:cNvPr id="406" name="Rounded Rectangle 405"/>
          <p:cNvSpPr/>
          <p:nvPr/>
        </p:nvSpPr>
        <p:spPr>
          <a:xfrm>
            <a:off x="7315200" y="2331720"/>
            <a:ext cx="4114800" cy="594360"/>
          </a:xfrm>
          <a:prstGeom prst="roundRect">
            <a:avLst/>
          </a:prstGeom>
          <a:solidFill>
            <a:srgbClr val="12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" name="Rectangle 406"/>
          <p:cNvSpPr/>
          <p:nvPr/>
        </p:nvSpPr>
        <p:spPr>
          <a:xfrm>
            <a:off x="7315200" y="2331720"/>
            <a:ext cx="54864" cy="594360"/>
          </a:xfrm>
          <a:prstGeom prst="rect">
            <a:avLst/>
          </a:prstGeom>
          <a:solidFill>
            <a:srgbClr val="F5B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" name="TextBox 407"/>
          <p:cNvSpPr txBox="1"/>
          <p:nvPr/>
        </p:nvSpPr>
        <p:spPr>
          <a:xfrm>
            <a:off x="7498079" y="242316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F5B642"/>
                </a:solidFill>
                <a:latin typeface="Microsoft YaHei"/>
              </a:rPr>
              <a:t>Chain ID</a:t>
            </a:r>
          </a:p>
        </p:txBody>
      </p:sp>
      <p:sp>
        <p:nvSpPr>
          <p:cNvPr id="409" name="TextBox 408"/>
          <p:cNvSpPr txBox="1"/>
          <p:nvPr/>
        </p:nvSpPr>
        <p:spPr>
          <a:xfrm>
            <a:off x="8869680" y="2423160"/>
            <a:ext cx="2468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E8EEF7"/>
                </a:solidFill>
                <a:latin typeface="Microsoft YaHei"/>
              </a:rPr>
              <a:t>677</a:t>
            </a:r>
          </a:p>
        </p:txBody>
      </p:sp>
      <p:sp>
        <p:nvSpPr>
          <p:cNvPr id="410" name="Rounded Rectangle 409"/>
          <p:cNvSpPr/>
          <p:nvPr/>
        </p:nvSpPr>
        <p:spPr>
          <a:xfrm>
            <a:off x="7315200" y="3017520"/>
            <a:ext cx="4114800" cy="594360"/>
          </a:xfrm>
          <a:prstGeom prst="roundRect">
            <a:avLst/>
          </a:prstGeom>
          <a:solidFill>
            <a:srgbClr val="12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" name="Rectangle 410"/>
          <p:cNvSpPr/>
          <p:nvPr/>
        </p:nvSpPr>
        <p:spPr>
          <a:xfrm>
            <a:off x="7315200" y="3017520"/>
            <a:ext cx="54864" cy="594360"/>
          </a:xfrm>
          <a:prstGeom prst="rect">
            <a:avLst/>
          </a:prstGeom>
          <a:solidFill>
            <a:srgbClr val="F5B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TextBox 411"/>
          <p:cNvSpPr txBox="1"/>
          <p:nvPr/>
        </p:nvSpPr>
        <p:spPr>
          <a:xfrm>
            <a:off x="7498079" y="310896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F5B642"/>
                </a:solidFill>
                <a:latin typeface="Microsoft YaHei"/>
              </a:rPr>
              <a:t>RPC</a:t>
            </a:r>
          </a:p>
        </p:txBody>
      </p:sp>
      <p:sp>
        <p:nvSpPr>
          <p:cNvPr id="413" name="TextBox 412"/>
          <p:cNvSpPr txBox="1"/>
          <p:nvPr/>
        </p:nvSpPr>
        <p:spPr>
          <a:xfrm>
            <a:off x="8869680" y="3108960"/>
            <a:ext cx="2468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E8EEF7"/>
                </a:solidFill>
                <a:latin typeface="Microsoft YaHei"/>
              </a:rPr>
              <a:t>https://rpc.botchain.ai</a:t>
            </a:r>
          </a:p>
        </p:txBody>
      </p:sp>
      <p:sp>
        <p:nvSpPr>
          <p:cNvPr id="414" name="Rounded Rectangle 413"/>
          <p:cNvSpPr/>
          <p:nvPr/>
        </p:nvSpPr>
        <p:spPr>
          <a:xfrm>
            <a:off x="7315200" y="3703320"/>
            <a:ext cx="4114800" cy="594360"/>
          </a:xfrm>
          <a:prstGeom prst="roundRect">
            <a:avLst/>
          </a:prstGeom>
          <a:solidFill>
            <a:srgbClr val="12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Rectangle 414"/>
          <p:cNvSpPr/>
          <p:nvPr/>
        </p:nvSpPr>
        <p:spPr>
          <a:xfrm>
            <a:off x="7315200" y="3703320"/>
            <a:ext cx="54864" cy="594360"/>
          </a:xfrm>
          <a:prstGeom prst="rect">
            <a:avLst/>
          </a:prstGeom>
          <a:solidFill>
            <a:srgbClr val="F5B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TextBox 415"/>
          <p:cNvSpPr txBox="1"/>
          <p:nvPr/>
        </p:nvSpPr>
        <p:spPr>
          <a:xfrm>
            <a:off x="7498079" y="379476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F5B642"/>
                </a:solidFill>
                <a:latin typeface="Microsoft YaHei"/>
              </a:rPr>
              <a:t>Scan</a:t>
            </a:r>
          </a:p>
        </p:txBody>
      </p:sp>
      <p:sp>
        <p:nvSpPr>
          <p:cNvPr id="417" name="TextBox 416"/>
          <p:cNvSpPr txBox="1"/>
          <p:nvPr/>
        </p:nvSpPr>
        <p:spPr>
          <a:xfrm>
            <a:off x="8869680" y="3794760"/>
            <a:ext cx="2468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E8EEF7"/>
                </a:solidFill>
                <a:latin typeface="Microsoft YaHei"/>
              </a:rPr>
              <a:t>https://scan.botchain.ai</a:t>
            </a:r>
          </a:p>
        </p:txBody>
      </p:sp>
      <p:sp>
        <p:nvSpPr>
          <p:cNvPr id="418" name="Rounded Rectangle 417"/>
          <p:cNvSpPr/>
          <p:nvPr/>
        </p:nvSpPr>
        <p:spPr>
          <a:xfrm>
            <a:off x="7315200" y="4389120"/>
            <a:ext cx="4114800" cy="594360"/>
          </a:xfrm>
          <a:prstGeom prst="roundRect">
            <a:avLst/>
          </a:prstGeom>
          <a:solidFill>
            <a:srgbClr val="12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Rectangle 418"/>
          <p:cNvSpPr/>
          <p:nvPr/>
        </p:nvSpPr>
        <p:spPr>
          <a:xfrm>
            <a:off x="7315200" y="4389120"/>
            <a:ext cx="54864" cy="594360"/>
          </a:xfrm>
          <a:prstGeom prst="rect">
            <a:avLst/>
          </a:prstGeom>
          <a:solidFill>
            <a:srgbClr val="F5B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" name="TextBox 419"/>
          <p:cNvSpPr txBox="1"/>
          <p:nvPr/>
        </p:nvSpPr>
        <p:spPr>
          <a:xfrm>
            <a:off x="7498079" y="448056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F5B642"/>
                </a:solidFill>
                <a:latin typeface="Microsoft YaHei"/>
              </a:rPr>
              <a:t>Faucet</a:t>
            </a:r>
          </a:p>
        </p:txBody>
      </p:sp>
      <p:sp>
        <p:nvSpPr>
          <p:cNvPr id="421" name="TextBox 420"/>
          <p:cNvSpPr txBox="1"/>
          <p:nvPr/>
        </p:nvSpPr>
        <p:spPr>
          <a:xfrm>
            <a:off x="8869680" y="4480560"/>
            <a:ext cx="2468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E8EEF7"/>
                </a:solidFill>
                <a:latin typeface="Microsoft YaHei"/>
              </a:rPr>
              <a:t>https://faucet.botchain.ai</a:t>
            </a:r>
          </a:p>
        </p:txBody>
      </p:sp>
      <p:sp>
        <p:nvSpPr>
          <p:cNvPr id="422" name="Rounded Rectangle 421"/>
          <p:cNvSpPr/>
          <p:nvPr/>
        </p:nvSpPr>
        <p:spPr>
          <a:xfrm>
            <a:off x="7315200" y="5074920"/>
            <a:ext cx="4114800" cy="594360"/>
          </a:xfrm>
          <a:prstGeom prst="roundRect">
            <a:avLst/>
          </a:prstGeom>
          <a:solidFill>
            <a:srgbClr val="12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" name="Rectangle 422"/>
          <p:cNvSpPr/>
          <p:nvPr/>
        </p:nvSpPr>
        <p:spPr>
          <a:xfrm>
            <a:off x="7315200" y="5074920"/>
            <a:ext cx="54864" cy="594360"/>
          </a:xfrm>
          <a:prstGeom prst="rect">
            <a:avLst/>
          </a:prstGeom>
          <a:solidFill>
            <a:srgbClr val="F5B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" name="TextBox 423"/>
          <p:cNvSpPr txBox="1"/>
          <p:nvPr/>
        </p:nvSpPr>
        <p:spPr>
          <a:xfrm>
            <a:off x="7498079" y="516636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F5B642"/>
                </a:solidFill>
                <a:latin typeface="Microsoft YaHei"/>
              </a:rPr>
              <a:t>合约</a:t>
            </a:r>
          </a:p>
        </p:txBody>
      </p:sp>
      <p:sp>
        <p:nvSpPr>
          <p:cNvPr id="425" name="TextBox 424"/>
          <p:cNvSpPr txBox="1"/>
          <p:nvPr/>
        </p:nvSpPr>
        <p:spPr>
          <a:xfrm>
            <a:off x="8869680" y="5166360"/>
            <a:ext cx="2468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E8EEF7"/>
                </a:solidFill>
                <a:latin typeface="Microsoft YaHei"/>
              </a:rPr>
              <a:t>Solidity 存证合约已部署</a:t>
            </a:r>
          </a:p>
        </p:txBody>
      </p:sp>
      <p:sp>
        <p:nvSpPr>
          <p:cNvPr id="426" name="Hexagon 425"/>
          <p:cNvSpPr/>
          <p:nvPr/>
        </p:nvSpPr>
        <p:spPr>
          <a:xfrm>
            <a:off x="274320" y="5029200"/>
            <a:ext cx="914400" cy="914400"/>
          </a:xfrm>
          <a:prstGeom prst="hexagon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" name="Rectangle 426"/>
          <p:cNvSpPr/>
          <p:nvPr/>
        </p:nvSpPr>
        <p:spPr>
          <a:xfrm>
            <a:off x="0" y="6565392"/>
            <a:ext cx="12191695" cy="45720"/>
          </a:xfrm>
          <a:prstGeom prst="rect">
            <a:avLst/>
          </a:prstGeom>
          <a:solidFill>
            <a:srgbClr val="1A0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" name="Rectangle 427"/>
          <p:cNvSpPr/>
          <p:nvPr/>
        </p:nvSpPr>
        <p:spPr>
          <a:xfrm>
            <a:off x="0" y="6565392"/>
            <a:ext cx="6502237" cy="457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" name="Rectangle 428"/>
          <p:cNvSpPr/>
          <p:nvPr/>
        </p:nvSpPr>
        <p:spPr>
          <a:xfrm>
            <a:off x="0" y="6551676"/>
            <a:ext cx="6502237" cy="109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" name="Oval 429"/>
          <p:cNvSpPr/>
          <p:nvPr/>
        </p:nvSpPr>
        <p:spPr>
          <a:xfrm>
            <a:off x="457200" y="6693408"/>
            <a:ext cx="73152" cy="73152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" name="Oval 430"/>
          <p:cNvSpPr/>
          <p:nvPr/>
        </p:nvSpPr>
        <p:spPr>
          <a:xfrm>
            <a:off x="566928" y="6711696"/>
            <a:ext cx="45720" cy="45720"/>
          </a:xfrm>
          <a:prstGeom prst="ellipse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" name="TextBox 431"/>
          <p:cNvSpPr txBox="1"/>
          <p:nvPr/>
        </p:nvSpPr>
        <p:spPr>
          <a:xfrm>
            <a:off x="685800" y="662940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9AA5B5"/>
                </a:solidFill>
                <a:latin typeface="Microsoft YaHei"/>
              </a:rPr>
              <a:t>FlowForge AI  ·  Shadu Team  ·  v2.67</a:t>
            </a:r>
          </a:p>
        </p:txBody>
      </p:sp>
      <p:sp>
        <p:nvSpPr>
          <p:cNvPr id="433" name="TextBox 432"/>
          <p:cNvSpPr txBox="1"/>
          <p:nvPr/>
        </p:nvSpPr>
        <p:spPr>
          <a:xfrm>
            <a:off x="10058400" y="662940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>
                <a:solidFill>
                  <a:srgbClr val="00E5FF"/>
                </a:solidFill>
                <a:latin typeface="Microsoft YaHei"/>
              </a:rPr>
              <a:t>[ 08 / 15 ]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1628"/>
            </a:gs>
            <a:gs pos="100000">
              <a:srgbClr val="1A0B2E"/>
            </a:gs>
          </a:gsLst>
          <a:lin scaled="0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789920" y="0"/>
            <a:ext cx="1401775" cy="2011680"/>
          </a:xfrm>
          <a:prstGeom prst="ellipse">
            <a:avLst/>
          </a:prstGeom>
          <a:solidFill>
            <a:srgbClr val="F5B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155680" y="0"/>
            <a:ext cx="1036015" cy="1097280"/>
          </a:xfrm>
          <a:prstGeom prst="ellips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0" y="5486400"/>
            <a:ext cx="1645920" cy="1371600"/>
          </a:xfrm>
          <a:prstGeom prst="ellips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704320" y="5029200"/>
            <a:ext cx="487375" cy="914400"/>
          </a:xfrm>
          <a:prstGeom prst="ellipse">
            <a:avLst/>
          </a:prstGeom>
          <a:solidFill>
            <a:srgbClr val="F5B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A0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5486400"/>
            <a:ext cx="12191695" cy="13716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0" y="2286000"/>
            <a:ext cx="3200400" cy="3200400"/>
          </a:xfrm>
          <a:prstGeom prst="ellipse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515600" y="1828800"/>
            <a:ext cx="1676095" cy="3200400"/>
          </a:xfrm>
          <a:prstGeom prst="ellipse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0" y="0"/>
            <a:ext cx="4572000" cy="4572000"/>
          </a:xfrm>
          <a:prstGeom prst="ellipse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0" y="2743200"/>
            <a:ext cx="3047695" cy="4114800"/>
          </a:xfrm>
          <a:prstGeom prst="ellipse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57600" y="0"/>
            <a:ext cx="3657600" cy="3657600"/>
          </a:xfrm>
          <a:prstGeom prst="ellipse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64592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6888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9184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1480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93776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76072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0664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5256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87552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69848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52144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2344400" y="0"/>
            <a:ext cx="182880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74320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2295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371600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920240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468880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017520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566160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114800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663440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21207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76071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30935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85799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40663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95527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50391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05255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60119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14983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69847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124711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179575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274320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82295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371600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920240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2468880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3017520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3566160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4114800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4663440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521207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576071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630935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685799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740663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795527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50391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905255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960119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1014983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1069847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1124711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179575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274320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82295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1371600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1920240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2468880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3017520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3566160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4114800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4663440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521207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576071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630935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685799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740663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795527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850391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905255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960119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1014983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1069847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1124711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1179575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274320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82295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1371600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1920240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2468880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3017520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3566160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4114800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4663440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521207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576071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630935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685799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740663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795527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850391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905255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960119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1014983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1069847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1124711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1179575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274320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82295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1371600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1920240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2468880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3017520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3566160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4114800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4663440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521207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576071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630935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685799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740663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795527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850391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905255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960119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1014983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1069847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1124711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1179575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274320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82295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1371600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1920240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2468880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3017520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3566160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4114800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4663440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521207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576071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630935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685799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740663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795527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850391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905255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960119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1014983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1069847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1124711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1179575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274320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82295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1371600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1920240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2468880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3017520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3566160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4114800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4663440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521207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576071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630935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685799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740663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795527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850391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905255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960119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1014983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1069847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1124711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1179575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274320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82295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1371600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1920240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2468880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3017520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3566160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4114800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4663440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521207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576071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630935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xfrm>
            <a:off x="685799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xfrm>
            <a:off x="740663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Oval 198"/>
          <p:cNvSpPr/>
          <p:nvPr/>
        </p:nvSpPr>
        <p:spPr>
          <a:xfrm>
            <a:off x="795527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>
            <a:off x="850391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905255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960119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1014983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1069847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Oval 204"/>
          <p:cNvSpPr/>
          <p:nvPr/>
        </p:nvSpPr>
        <p:spPr>
          <a:xfrm>
            <a:off x="1124711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Oval 205"/>
          <p:cNvSpPr/>
          <p:nvPr/>
        </p:nvSpPr>
        <p:spPr>
          <a:xfrm>
            <a:off x="1179575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>
            <a:off x="274320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Oval 207"/>
          <p:cNvSpPr/>
          <p:nvPr/>
        </p:nvSpPr>
        <p:spPr>
          <a:xfrm>
            <a:off x="82295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Oval 208"/>
          <p:cNvSpPr/>
          <p:nvPr/>
        </p:nvSpPr>
        <p:spPr>
          <a:xfrm>
            <a:off x="1371600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Oval 209"/>
          <p:cNvSpPr/>
          <p:nvPr/>
        </p:nvSpPr>
        <p:spPr>
          <a:xfrm>
            <a:off x="1920240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Oval 210"/>
          <p:cNvSpPr/>
          <p:nvPr/>
        </p:nvSpPr>
        <p:spPr>
          <a:xfrm>
            <a:off x="2468880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Oval 211"/>
          <p:cNvSpPr/>
          <p:nvPr/>
        </p:nvSpPr>
        <p:spPr>
          <a:xfrm>
            <a:off x="3017520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Oval 212"/>
          <p:cNvSpPr/>
          <p:nvPr/>
        </p:nvSpPr>
        <p:spPr>
          <a:xfrm>
            <a:off x="3566160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4114800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4663440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521207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576071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630935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685799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740663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795527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850391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905255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960119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1014983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1069847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1124711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1179575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274320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82295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1371600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1920240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2468880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3017520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3566160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4114800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4663440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521207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576071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630935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685799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740663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Oval 242"/>
          <p:cNvSpPr/>
          <p:nvPr/>
        </p:nvSpPr>
        <p:spPr>
          <a:xfrm>
            <a:off x="795527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Oval 243"/>
          <p:cNvSpPr/>
          <p:nvPr/>
        </p:nvSpPr>
        <p:spPr>
          <a:xfrm>
            <a:off x="850391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Oval 244"/>
          <p:cNvSpPr/>
          <p:nvPr/>
        </p:nvSpPr>
        <p:spPr>
          <a:xfrm>
            <a:off x="905255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Oval 245"/>
          <p:cNvSpPr/>
          <p:nvPr/>
        </p:nvSpPr>
        <p:spPr>
          <a:xfrm>
            <a:off x="960119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Oval 246"/>
          <p:cNvSpPr/>
          <p:nvPr/>
        </p:nvSpPr>
        <p:spPr>
          <a:xfrm>
            <a:off x="1014983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Oval 247"/>
          <p:cNvSpPr/>
          <p:nvPr/>
        </p:nvSpPr>
        <p:spPr>
          <a:xfrm>
            <a:off x="1069847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Oval 248"/>
          <p:cNvSpPr/>
          <p:nvPr/>
        </p:nvSpPr>
        <p:spPr>
          <a:xfrm>
            <a:off x="1124711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Oval 249"/>
          <p:cNvSpPr/>
          <p:nvPr/>
        </p:nvSpPr>
        <p:spPr>
          <a:xfrm>
            <a:off x="1179575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Oval 250"/>
          <p:cNvSpPr/>
          <p:nvPr/>
        </p:nvSpPr>
        <p:spPr>
          <a:xfrm>
            <a:off x="274320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Oval 251"/>
          <p:cNvSpPr/>
          <p:nvPr/>
        </p:nvSpPr>
        <p:spPr>
          <a:xfrm>
            <a:off x="82295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Oval 252"/>
          <p:cNvSpPr/>
          <p:nvPr/>
        </p:nvSpPr>
        <p:spPr>
          <a:xfrm>
            <a:off x="1371600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Oval 253"/>
          <p:cNvSpPr/>
          <p:nvPr/>
        </p:nvSpPr>
        <p:spPr>
          <a:xfrm>
            <a:off x="1920240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Oval 254"/>
          <p:cNvSpPr/>
          <p:nvPr/>
        </p:nvSpPr>
        <p:spPr>
          <a:xfrm>
            <a:off x="2468880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Oval 255"/>
          <p:cNvSpPr/>
          <p:nvPr/>
        </p:nvSpPr>
        <p:spPr>
          <a:xfrm>
            <a:off x="3017520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Oval 256"/>
          <p:cNvSpPr/>
          <p:nvPr/>
        </p:nvSpPr>
        <p:spPr>
          <a:xfrm>
            <a:off x="3566160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Oval 257"/>
          <p:cNvSpPr/>
          <p:nvPr/>
        </p:nvSpPr>
        <p:spPr>
          <a:xfrm>
            <a:off x="4114800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Oval 258"/>
          <p:cNvSpPr/>
          <p:nvPr/>
        </p:nvSpPr>
        <p:spPr>
          <a:xfrm>
            <a:off x="4663440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Oval 259"/>
          <p:cNvSpPr/>
          <p:nvPr/>
        </p:nvSpPr>
        <p:spPr>
          <a:xfrm>
            <a:off x="521207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Oval 260"/>
          <p:cNvSpPr/>
          <p:nvPr/>
        </p:nvSpPr>
        <p:spPr>
          <a:xfrm>
            <a:off x="576071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Oval 261"/>
          <p:cNvSpPr/>
          <p:nvPr/>
        </p:nvSpPr>
        <p:spPr>
          <a:xfrm>
            <a:off x="630935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Oval 262"/>
          <p:cNvSpPr/>
          <p:nvPr/>
        </p:nvSpPr>
        <p:spPr>
          <a:xfrm>
            <a:off x="685799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Oval 263"/>
          <p:cNvSpPr/>
          <p:nvPr/>
        </p:nvSpPr>
        <p:spPr>
          <a:xfrm>
            <a:off x="740663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Oval 264"/>
          <p:cNvSpPr/>
          <p:nvPr/>
        </p:nvSpPr>
        <p:spPr>
          <a:xfrm>
            <a:off x="795527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Oval 265"/>
          <p:cNvSpPr/>
          <p:nvPr/>
        </p:nvSpPr>
        <p:spPr>
          <a:xfrm>
            <a:off x="850391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Oval 266"/>
          <p:cNvSpPr/>
          <p:nvPr/>
        </p:nvSpPr>
        <p:spPr>
          <a:xfrm>
            <a:off x="905255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Oval 267"/>
          <p:cNvSpPr/>
          <p:nvPr/>
        </p:nvSpPr>
        <p:spPr>
          <a:xfrm>
            <a:off x="960119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Oval 268"/>
          <p:cNvSpPr/>
          <p:nvPr/>
        </p:nvSpPr>
        <p:spPr>
          <a:xfrm>
            <a:off x="1014983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Oval 269"/>
          <p:cNvSpPr/>
          <p:nvPr/>
        </p:nvSpPr>
        <p:spPr>
          <a:xfrm>
            <a:off x="1069847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Oval 270"/>
          <p:cNvSpPr/>
          <p:nvPr/>
        </p:nvSpPr>
        <p:spPr>
          <a:xfrm>
            <a:off x="1124711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Oval 271"/>
          <p:cNvSpPr/>
          <p:nvPr/>
        </p:nvSpPr>
        <p:spPr>
          <a:xfrm>
            <a:off x="1179575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Oval 272"/>
          <p:cNvSpPr/>
          <p:nvPr/>
        </p:nvSpPr>
        <p:spPr>
          <a:xfrm>
            <a:off x="274320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Oval 273"/>
          <p:cNvSpPr/>
          <p:nvPr/>
        </p:nvSpPr>
        <p:spPr>
          <a:xfrm>
            <a:off x="82295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Oval 274"/>
          <p:cNvSpPr/>
          <p:nvPr/>
        </p:nvSpPr>
        <p:spPr>
          <a:xfrm>
            <a:off x="1371600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Oval 275"/>
          <p:cNvSpPr/>
          <p:nvPr/>
        </p:nvSpPr>
        <p:spPr>
          <a:xfrm>
            <a:off x="1920240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Oval 276"/>
          <p:cNvSpPr/>
          <p:nvPr/>
        </p:nvSpPr>
        <p:spPr>
          <a:xfrm>
            <a:off x="2468880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Oval 277"/>
          <p:cNvSpPr/>
          <p:nvPr/>
        </p:nvSpPr>
        <p:spPr>
          <a:xfrm>
            <a:off x="3017520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Oval 278"/>
          <p:cNvSpPr/>
          <p:nvPr/>
        </p:nvSpPr>
        <p:spPr>
          <a:xfrm>
            <a:off x="3566160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Oval 279"/>
          <p:cNvSpPr/>
          <p:nvPr/>
        </p:nvSpPr>
        <p:spPr>
          <a:xfrm>
            <a:off x="4114800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Oval 280"/>
          <p:cNvSpPr/>
          <p:nvPr/>
        </p:nvSpPr>
        <p:spPr>
          <a:xfrm>
            <a:off x="4663440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Oval 281"/>
          <p:cNvSpPr/>
          <p:nvPr/>
        </p:nvSpPr>
        <p:spPr>
          <a:xfrm>
            <a:off x="521207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Oval 282"/>
          <p:cNvSpPr/>
          <p:nvPr/>
        </p:nvSpPr>
        <p:spPr>
          <a:xfrm>
            <a:off x="576071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Oval 283"/>
          <p:cNvSpPr/>
          <p:nvPr/>
        </p:nvSpPr>
        <p:spPr>
          <a:xfrm>
            <a:off x="630935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Oval 284"/>
          <p:cNvSpPr/>
          <p:nvPr/>
        </p:nvSpPr>
        <p:spPr>
          <a:xfrm>
            <a:off x="685799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Oval 285"/>
          <p:cNvSpPr/>
          <p:nvPr/>
        </p:nvSpPr>
        <p:spPr>
          <a:xfrm>
            <a:off x="740663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Oval 286"/>
          <p:cNvSpPr/>
          <p:nvPr/>
        </p:nvSpPr>
        <p:spPr>
          <a:xfrm>
            <a:off x="795527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Oval 287"/>
          <p:cNvSpPr/>
          <p:nvPr/>
        </p:nvSpPr>
        <p:spPr>
          <a:xfrm>
            <a:off x="850391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Oval 288"/>
          <p:cNvSpPr/>
          <p:nvPr/>
        </p:nvSpPr>
        <p:spPr>
          <a:xfrm>
            <a:off x="905255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Oval 289"/>
          <p:cNvSpPr/>
          <p:nvPr/>
        </p:nvSpPr>
        <p:spPr>
          <a:xfrm>
            <a:off x="960119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Oval 290"/>
          <p:cNvSpPr/>
          <p:nvPr/>
        </p:nvSpPr>
        <p:spPr>
          <a:xfrm>
            <a:off x="1014983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Oval 291"/>
          <p:cNvSpPr/>
          <p:nvPr/>
        </p:nvSpPr>
        <p:spPr>
          <a:xfrm>
            <a:off x="1069847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Oval 292"/>
          <p:cNvSpPr/>
          <p:nvPr/>
        </p:nvSpPr>
        <p:spPr>
          <a:xfrm>
            <a:off x="1124711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Oval 293"/>
          <p:cNvSpPr/>
          <p:nvPr/>
        </p:nvSpPr>
        <p:spPr>
          <a:xfrm>
            <a:off x="1179575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Rectangle 294"/>
          <p:cNvSpPr/>
          <p:nvPr/>
        </p:nvSpPr>
        <p:spPr>
          <a:xfrm>
            <a:off x="91479" y="4257697"/>
            <a:ext cx="2583260" cy="109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Rectangle 295"/>
          <p:cNvSpPr/>
          <p:nvPr/>
        </p:nvSpPr>
        <p:spPr>
          <a:xfrm>
            <a:off x="2693717" y="1783875"/>
            <a:ext cx="3685122" cy="109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Rectangle 296"/>
          <p:cNvSpPr/>
          <p:nvPr/>
        </p:nvSpPr>
        <p:spPr>
          <a:xfrm>
            <a:off x="317987" y="5759958"/>
            <a:ext cx="2986215" cy="109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Rectangle 297"/>
          <p:cNvSpPr/>
          <p:nvPr/>
        </p:nvSpPr>
        <p:spPr>
          <a:xfrm>
            <a:off x="799690" y="634302"/>
            <a:ext cx="3215090" cy="109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Rectangle 298"/>
          <p:cNvSpPr/>
          <p:nvPr/>
        </p:nvSpPr>
        <p:spPr>
          <a:xfrm>
            <a:off x="727268" y="614919"/>
            <a:ext cx="3611562" cy="109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ectangle 299"/>
          <p:cNvSpPr/>
          <p:nvPr/>
        </p:nvSpPr>
        <p:spPr>
          <a:xfrm>
            <a:off x="806283" y="3696114"/>
            <a:ext cx="3445273" cy="109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Rectangle 300"/>
          <p:cNvSpPr/>
          <p:nvPr/>
        </p:nvSpPr>
        <p:spPr>
          <a:xfrm>
            <a:off x="9560961" y="23769"/>
            <a:ext cx="10972" cy="3302482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Rectangle 301"/>
          <p:cNvSpPr/>
          <p:nvPr/>
        </p:nvSpPr>
        <p:spPr>
          <a:xfrm>
            <a:off x="8309257" y="1244500"/>
            <a:ext cx="10972" cy="2113140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ectangle 302"/>
          <p:cNvSpPr/>
          <p:nvPr/>
        </p:nvSpPr>
        <p:spPr>
          <a:xfrm>
            <a:off x="11223090" y="1231128"/>
            <a:ext cx="10972" cy="1998413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Rectangle 303"/>
          <p:cNvSpPr/>
          <p:nvPr/>
        </p:nvSpPr>
        <p:spPr>
          <a:xfrm>
            <a:off x="1544980" y="3099795"/>
            <a:ext cx="10972" cy="2932894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Rectangle 304"/>
          <p:cNvSpPr/>
          <p:nvPr/>
        </p:nvSpPr>
        <p:spPr>
          <a:xfrm>
            <a:off x="9535068" y="2669066"/>
            <a:ext cx="10972" cy="2809453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Oval 305"/>
          <p:cNvSpPr/>
          <p:nvPr/>
        </p:nvSpPr>
        <p:spPr>
          <a:xfrm>
            <a:off x="11135004" y="2637830"/>
            <a:ext cx="54864" cy="5486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Oval 306"/>
          <p:cNvSpPr/>
          <p:nvPr/>
        </p:nvSpPr>
        <p:spPr>
          <a:xfrm>
            <a:off x="11116716" y="2619542"/>
            <a:ext cx="91440" cy="914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Oval 307"/>
          <p:cNvSpPr/>
          <p:nvPr/>
        </p:nvSpPr>
        <p:spPr>
          <a:xfrm>
            <a:off x="6514631" y="5235168"/>
            <a:ext cx="54864" cy="5486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Oval 308"/>
          <p:cNvSpPr/>
          <p:nvPr/>
        </p:nvSpPr>
        <p:spPr>
          <a:xfrm>
            <a:off x="6496343" y="5216880"/>
            <a:ext cx="91440" cy="914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Oval 309"/>
          <p:cNvSpPr/>
          <p:nvPr/>
        </p:nvSpPr>
        <p:spPr>
          <a:xfrm>
            <a:off x="7244093" y="5421252"/>
            <a:ext cx="54864" cy="5486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Oval 310"/>
          <p:cNvSpPr/>
          <p:nvPr/>
        </p:nvSpPr>
        <p:spPr>
          <a:xfrm>
            <a:off x="7225805" y="5402964"/>
            <a:ext cx="91440" cy="914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Oval 311"/>
          <p:cNvSpPr/>
          <p:nvPr/>
        </p:nvSpPr>
        <p:spPr>
          <a:xfrm>
            <a:off x="6792369" y="4516041"/>
            <a:ext cx="54864" cy="5486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Oval 312"/>
          <p:cNvSpPr/>
          <p:nvPr/>
        </p:nvSpPr>
        <p:spPr>
          <a:xfrm>
            <a:off x="6774081" y="4497753"/>
            <a:ext cx="91440" cy="914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Oval 313"/>
          <p:cNvSpPr/>
          <p:nvPr/>
        </p:nvSpPr>
        <p:spPr>
          <a:xfrm>
            <a:off x="960021" y="1770058"/>
            <a:ext cx="54864" cy="5486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Oval 314"/>
          <p:cNvSpPr/>
          <p:nvPr/>
        </p:nvSpPr>
        <p:spPr>
          <a:xfrm>
            <a:off x="941733" y="1751770"/>
            <a:ext cx="91440" cy="914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Oval 315"/>
          <p:cNvSpPr/>
          <p:nvPr/>
        </p:nvSpPr>
        <p:spPr>
          <a:xfrm>
            <a:off x="3632596" y="916859"/>
            <a:ext cx="54864" cy="5486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Oval 316"/>
          <p:cNvSpPr/>
          <p:nvPr/>
        </p:nvSpPr>
        <p:spPr>
          <a:xfrm>
            <a:off x="3614308" y="898571"/>
            <a:ext cx="91440" cy="914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Oval 317"/>
          <p:cNvSpPr/>
          <p:nvPr/>
        </p:nvSpPr>
        <p:spPr>
          <a:xfrm>
            <a:off x="3011567" y="1039040"/>
            <a:ext cx="54864" cy="5486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Oval 318"/>
          <p:cNvSpPr/>
          <p:nvPr/>
        </p:nvSpPr>
        <p:spPr>
          <a:xfrm>
            <a:off x="2993279" y="1020752"/>
            <a:ext cx="91440" cy="914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Oval 319"/>
          <p:cNvSpPr/>
          <p:nvPr/>
        </p:nvSpPr>
        <p:spPr>
          <a:xfrm>
            <a:off x="3507348" y="4119200"/>
            <a:ext cx="54864" cy="5486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Oval 320"/>
          <p:cNvSpPr/>
          <p:nvPr/>
        </p:nvSpPr>
        <p:spPr>
          <a:xfrm>
            <a:off x="3489060" y="4100912"/>
            <a:ext cx="91440" cy="914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Oval 321"/>
          <p:cNvSpPr/>
          <p:nvPr/>
        </p:nvSpPr>
        <p:spPr>
          <a:xfrm>
            <a:off x="4460430" y="2589708"/>
            <a:ext cx="54864" cy="5486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Oval 322"/>
          <p:cNvSpPr/>
          <p:nvPr/>
        </p:nvSpPr>
        <p:spPr>
          <a:xfrm>
            <a:off x="4442142" y="2571420"/>
            <a:ext cx="91440" cy="914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Oval 323"/>
          <p:cNvSpPr/>
          <p:nvPr/>
        </p:nvSpPr>
        <p:spPr>
          <a:xfrm>
            <a:off x="2756078" y="1995184"/>
            <a:ext cx="54864" cy="5486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Oval 324"/>
          <p:cNvSpPr/>
          <p:nvPr/>
        </p:nvSpPr>
        <p:spPr>
          <a:xfrm>
            <a:off x="2737790" y="1976896"/>
            <a:ext cx="91440" cy="914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Rectangle 325"/>
          <p:cNvSpPr/>
          <p:nvPr/>
        </p:nvSpPr>
        <p:spPr>
          <a:xfrm>
            <a:off x="0" y="182880"/>
            <a:ext cx="4114800" cy="1828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Rectangle 326"/>
          <p:cNvSpPr/>
          <p:nvPr/>
        </p:nvSpPr>
        <p:spPr>
          <a:xfrm>
            <a:off x="0" y="320040"/>
            <a:ext cx="2743200" cy="13716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Rectangle 327"/>
          <p:cNvSpPr/>
          <p:nvPr/>
        </p:nvSpPr>
        <p:spPr>
          <a:xfrm>
            <a:off x="8046720" y="6446520"/>
            <a:ext cx="4114800" cy="18288"/>
          </a:xfrm>
          <a:prstGeom prst="rect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Rectangle 328"/>
          <p:cNvSpPr/>
          <p:nvPr/>
        </p:nvSpPr>
        <p:spPr>
          <a:xfrm>
            <a:off x="9418320" y="6309360"/>
            <a:ext cx="2743200" cy="1371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Rectangle 329"/>
          <p:cNvSpPr/>
          <p:nvPr/>
        </p:nvSpPr>
        <p:spPr>
          <a:xfrm>
            <a:off x="5029200" y="0"/>
            <a:ext cx="9144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Rectangle 330"/>
          <p:cNvSpPr/>
          <p:nvPr/>
        </p:nvSpPr>
        <p:spPr>
          <a:xfrm>
            <a:off x="5166360" y="0"/>
            <a:ext cx="9144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Rectangle 331"/>
          <p:cNvSpPr/>
          <p:nvPr/>
        </p:nvSpPr>
        <p:spPr>
          <a:xfrm>
            <a:off x="5303520" y="0"/>
            <a:ext cx="9144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Rectangle 332"/>
          <p:cNvSpPr/>
          <p:nvPr/>
        </p:nvSpPr>
        <p:spPr>
          <a:xfrm>
            <a:off x="0" y="137160"/>
            <a:ext cx="12191695" cy="548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Rectangle 333"/>
          <p:cNvSpPr/>
          <p:nvPr/>
        </p:nvSpPr>
        <p:spPr>
          <a:xfrm>
            <a:off x="0" y="978408"/>
            <a:ext cx="12191695" cy="548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Rectangle 334"/>
          <p:cNvSpPr/>
          <p:nvPr/>
        </p:nvSpPr>
        <p:spPr>
          <a:xfrm>
            <a:off x="0" y="1819656"/>
            <a:ext cx="12191695" cy="548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Rectangle 335"/>
          <p:cNvSpPr/>
          <p:nvPr/>
        </p:nvSpPr>
        <p:spPr>
          <a:xfrm>
            <a:off x="0" y="2660904"/>
            <a:ext cx="12191695" cy="548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Rectangle 336"/>
          <p:cNvSpPr/>
          <p:nvPr/>
        </p:nvSpPr>
        <p:spPr>
          <a:xfrm>
            <a:off x="0" y="3502152"/>
            <a:ext cx="12191695" cy="548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Rectangle 337"/>
          <p:cNvSpPr/>
          <p:nvPr/>
        </p:nvSpPr>
        <p:spPr>
          <a:xfrm>
            <a:off x="0" y="4343400"/>
            <a:ext cx="12191695" cy="548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Rectangle 338"/>
          <p:cNvSpPr/>
          <p:nvPr/>
        </p:nvSpPr>
        <p:spPr>
          <a:xfrm>
            <a:off x="0" y="5184648"/>
            <a:ext cx="12191695" cy="548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Rectangle 339"/>
          <p:cNvSpPr/>
          <p:nvPr/>
        </p:nvSpPr>
        <p:spPr>
          <a:xfrm>
            <a:off x="0" y="6025896"/>
            <a:ext cx="12191695" cy="548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Oval 340"/>
          <p:cNvSpPr/>
          <p:nvPr/>
        </p:nvSpPr>
        <p:spPr>
          <a:xfrm>
            <a:off x="4835217" y="1361247"/>
            <a:ext cx="94339" cy="94339"/>
          </a:xfrm>
          <a:prstGeom prst="ellipse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Oval 341"/>
          <p:cNvSpPr/>
          <p:nvPr/>
        </p:nvSpPr>
        <p:spPr>
          <a:xfrm>
            <a:off x="6347216" y="4515070"/>
            <a:ext cx="91141" cy="91141"/>
          </a:xfrm>
          <a:prstGeom prst="ellipse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Oval 342"/>
          <p:cNvSpPr/>
          <p:nvPr/>
        </p:nvSpPr>
        <p:spPr>
          <a:xfrm>
            <a:off x="1768894" y="6349443"/>
            <a:ext cx="44408" cy="44408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Oval 343"/>
          <p:cNvSpPr/>
          <p:nvPr/>
        </p:nvSpPr>
        <p:spPr>
          <a:xfrm>
            <a:off x="5353617" y="2195498"/>
            <a:ext cx="64476" cy="64476"/>
          </a:xfrm>
          <a:prstGeom prst="ellipse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Oval 344"/>
          <p:cNvSpPr/>
          <p:nvPr/>
        </p:nvSpPr>
        <p:spPr>
          <a:xfrm>
            <a:off x="1585861" y="5312615"/>
            <a:ext cx="58162" cy="58162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Oval 345"/>
          <p:cNvSpPr/>
          <p:nvPr/>
        </p:nvSpPr>
        <p:spPr>
          <a:xfrm>
            <a:off x="5370210" y="1419817"/>
            <a:ext cx="47888" cy="47888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Oval 346"/>
          <p:cNvSpPr/>
          <p:nvPr/>
        </p:nvSpPr>
        <p:spPr>
          <a:xfrm>
            <a:off x="11604956" y="4210089"/>
            <a:ext cx="97515" cy="97515"/>
          </a:xfrm>
          <a:prstGeom prst="ellipse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Oval 347"/>
          <p:cNvSpPr/>
          <p:nvPr/>
        </p:nvSpPr>
        <p:spPr>
          <a:xfrm>
            <a:off x="9726414" y="4568740"/>
            <a:ext cx="69334" cy="69334"/>
          </a:xfrm>
          <a:prstGeom prst="ellipse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Oval 348"/>
          <p:cNvSpPr/>
          <p:nvPr/>
        </p:nvSpPr>
        <p:spPr>
          <a:xfrm>
            <a:off x="974463" y="1096331"/>
            <a:ext cx="37450" cy="3745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Oval 349"/>
          <p:cNvSpPr/>
          <p:nvPr/>
        </p:nvSpPr>
        <p:spPr>
          <a:xfrm>
            <a:off x="10439447" y="4646868"/>
            <a:ext cx="77961" cy="77961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Oval 350"/>
          <p:cNvSpPr/>
          <p:nvPr/>
        </p:nvSpPr>
        <p:spPr>
          <a:xfrm>
            <a:off x="6668467" y="713150"/>
            <a:ext cx="54870" cy="54870"/>
          </a:xfrm>
          <a:prstGeom prst="ellipse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Oval 351"/>
          <p:cNvSpPr/>
          <p:nvPr/>
        </p:nvSpPr>
        <p:spPr>
          <a:xfrm>
            <a:off x="11603437" y="2455060"/>
            <a:ext cx="38153" cy="38153"/>
          </a:xfrm>
          <a:prstGeom prst="ellipse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Oval 352"/>
          <p:cNvSpPr/>
          <p:nvPr/>
        </p:nvSpPr>
        <p:spPr>
          <a:xfrm>
            <a:off x="6860823" y="3934604"/>
            <a:ext cx="75416" cy="75416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Oval 353"/>
          <p:cNvSpPr/>
          <p:nvPr/>
        </p:nvSpPr>
        <p:spPr>
          <a:xfrm>
            <a:off x="3831632" y="2853451"/>
            <a:ext cx="84921" cy="84921"/>
          </a:xfrm>
          <a:prstGeom prst="ellipse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Oval 354"/>
          <p:cNvSpPr/>
          <p:nvPr/>
        </p:nvSpPr>
        <p:spPr>
          <a:xfrm>
            <a:off x="5750328" y="4098430"/>
            <a:ext cx="98027" cy="98027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Oval 355"/>
          <p:cNvSpPr/>
          <p:nvPr/>
        </p:nvSpPr>
        <p:spPr>
          <a:xfrm>
            <a:off x="9803789" y="397143"/>
            <a:ext cx="57201" cy="57201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Oval 356"/>
          <p:cNvSpPr/>
          <p:nvPr/>
        </p:nvSpPr>
        <p:spPr>
          <a:xfrm>
            <a:off x="5447626" y="4969001"/>
            <a:ext cx="81875" cy="81875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Oval 357"/>
          <p:cNvSpPr/>
          <p:nvPr/>
        </p:nvSpPr>
        <p:spPr>
          <a:xfrm>
            <a:off x="8872455" y="1060573"/>
            <a:ext cx="59183" cy="59183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Oval 358"/>
          <p:cNvSpPr/>
          <p:nvPr/>
        </p:nvSpPr>
        <p:spPr>
          <a:xfrm>
            <a:off x="8934753" y="2895632"/>
            <a:ext cx="66810" cy="6681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Oval 359"/>
          <p:cNvSpPr/>
          <p:nvPr/>
        </p:nvSpPr>
        <p:spPr>
          <a:xfrm>
            <a:off x="718963" y="6269433"/>
            <a:ext cx="97109" cy="97109"/>
          </a:xfrm>
          <a:prstGeom prst="ellipse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Oval 360"/>
          <p:cNvSpPr/>
          <p:nvPr/>
        </p:nvSpPr>
        <p:spPr>
          <a:xfrm>
            <a:off x="8870331" y="5019754"/>
            <a:ext cx="67484" cy="67484"/>
          </a:xfrm>
          <a:prstGeom prst="ellipse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Oval 361"/>
          <p:cNvSpPr/>
          <p:nvPr/>
        </p:nvSpPr>
        <p:spPr>
          <a:xfrm>
            <a:off x="1235623" y="4509817"/>
            <a:ext cx="70418" cy="70418"/>
          </a:xfrm>
          <a:prstGeom prst="ellipse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Oval 362"/>
          <p:cNvSpPr/>
          <p:nvPr/>
        </p:nvSpPr>
        <p:spPr>
          <a:xfrm>
            <a:off x="2404733" y="4806135"/>
            <a:ext cx="39306" cy="39306"/>
          </a:xfrm>
          <a:prstGeom prst="ellipse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Oval 363"/>
          <p:cNvSpPr/>
          <p:nvPr/>
        </p:nvSpPr>
        <p:spPr>
          <a:xfrm>
            <a:off x="2518251" y="2610412"/>
            <a:ext cx="75306" cy="75306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Oval 364"/>
          <p:cNvSpPr/>
          <p:nvPr/>
        </p:nvSpPr>
        <p:spPr>
          <a:xfrm>
            <a:off x="6375392" y="2664231"/>
            <a:ext cx="80753" cy="80753"/>
          </a:xfrm>
          <a:prstGeom prst="ellipse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Oval 365"/>
          <p:cNvSpPr/>
          <p:nvPr/>
        </p:nvSpPr>
        <p:spPr>
          <a:xfrm>
            <a:off x="3069473" y="5571498"/>
            <a:ext cx="38829" cy="38829"/>
          </a:xfrm>
          <a:prstGeom prst="ellipse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Oval 366"/>
          <p:cNvSpPr/>
          <p:nvPr/>
        </p:nvSpPr>
        <p:spPr>
          <a:xfrm>
            <a:off x="11772815" y="2672299"/>
            <a:ext cx="60213" cy="60213"/>
          </a:xfrm>
          <a:prstGeom prst="ellipse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Oval 367"/>
          <p:cNvSpPr/>
          <p:nvPr/>
        </p:nvSpPr>
        <p:spPr>
          <a:xfrm>
            <a:off x="10318903" y="3573868"/>
            <a:ext cx="74940" cy="749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Rectangle 368"/>
          <p:cNvSpPr/>
          <p:nvPr/>
        </p:nvSpPr>
        <p:spPr>
          <a:xfrm>
            <a:off x="137160" y="137160"/>
            <a:ext cx="347472" cy="4114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Rectangle 369"/>
          <p:cNvSpPr/>
          <p:nvPr/>
        </p:nvSpPr>
        <p:spPr>
          <a:xfrm>
            <a:off x="137160" y="137160"/>
            <a:ext cx="41148" cy="3474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Rectangle 370"/>
          <p:cNvSpPr/>
          <p:nvPr/>
        </p:nvSpPr>
        <p:spPr>
          <a:xfrm>
            <a:off x="11707063" y="137160"/>
            <a:ext cx="347472" cy="41148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Rectangle 371"/>
          <p:cNvSpPr/>
          <p:nvPr/>
        </p:nvSpPr>
        <p:spPr>
          <a:xfrm>
            <a:off x="12013387" y="137160"/>
            <a:ext cx="41148" cy="347472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Rectangle 372"/>
          <p:cNvSpPr/>
          <p:nvPr/>
        </p:nvSpPr>
        <p:spPr>
          <a:xfrm>
            <a:off x="137160" y="6679692"/>
            <a:ext cx="347472" cy="41148"/>
          </a:xfrm>
          <a:prstGeom prst="rect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Rectangle 373"/>
          <p:cNvSpPr/>
          <p:nvPr/>
        </p:nvSpPr>
        <p:spPr>
          <a:xfrm>
            <a:off x="137160" y="6373368"/>
            <a:ext cx="41148" cy="347472"/>
          </a:xfrm>
          <a:prstGeom prst="rect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Rectangle 374"/>
          <p:cNvSpPr/>
          <p:nvPr/>
        </p:nvSpPr>
        <p:spPr>
          <a:xfrm>
            <a:off x="11707063" y="6679692"/>
            <a:ext cx="347472" cy="4114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Rectangle 375"/>
          <p:cNvSpPr/>
          <p:nvPr/>
        </p:nvSpPr>
        <p:spPr>
          <a:xfrm>
            <a:off x="12013387" y="6373368"/>
            <a:ext cx="41148" cy="3474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Rectangle 376"/>
          <p:cNvSpPr/>
          <p:nvPr/>
        </p:nvSpPr>
        <p:spPr>
          <a:xfrm>
            <a:off x="54864" y="54864"/>
            <a:ext cx="12081967" cy="2286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Rectangle 377"/>
          <p:cNvSpPr/>
          <p:nvPr/>
        </p:nvSpPr>
        <p:spPr>
          <a:xfrm>
            <a:off x="54864" y="6780276"/>
            <a:ext cx="12081967" cy="2286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Rectangle 378"/>
          <p:cNvSpPr/>
          <p:nvPr/>
        </p:nvSpPr>
        <p:spPr>
          <a:xfrm>
            <a:off x="54864" y="54864"/>
            <a:ext cx="22860" cy="6748272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Rectangle 379"/>
          <p:cNvSpPr/>
          <p:nvPr/>
        </p:nvSpPr>
        <p:spPr>
          <a:xfrm>
            <a:off x="12113971" y="54864"/>
            <a:ext cx="22860" cy="6748272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Rectangle 380"/>
          <p:cNvSpPr/>
          <p:nvPr/>
        </p:nvSpPr>
        <p:spPr>
          <a:xfrm>
            <a:off x="82296" y="82296"/>
            <a:ext cx="12027103" cy="16459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Rectangle 381"/>
          <p:cNvSpPr/>
          <p:nvPr/>
        </p:nvSpPr>
        <p:spPr>
          <a:xfrm>
            <a:off x="82296" y="6759245"/>
            <a:ext cx="12027103" cy="16459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Rectangle 382"/>
          <p:cNvSpPr/>
          <p:nvPr/>
        </p:nvSpPr>
        <p:spPr>
          <a:xfrm>
            <a:off x="109728" y="109728"/>
            <a:ext cx="11972239" cy="109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Rectangle 383"/>
          <p:cNvSpPr/>
          <p:nvPr/>
        </p:nvSpPr>
        <p:spPr>
          <a:xfrm>
            <a:off x="109728" y="6737300"/>
            <a:ext cx="11972239" cy="109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Rectangle 384"/>
          <p:cNvSpPr/>
          <p:nvPr/>
        </p:nvSpPr>
        <p:spPr>
          <a:xfrm>
            <a:off x="109728" y="109728"/>
            <a:ext cx="10972" cy="663854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Rectangle 385"/>
          <p:cNvSpPr/>
          <p:nvPr/>
        </p:nvSpPr>
        <p:spPr>
          <a:xfrm>
            <a:off x="12070995" y="109728"/>
            <a:ext cx="10972" cy="663854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Rectangle 386"/>
          <p:cNvSpPr/>
          <p:nvPr/>
        </p:nvSpPr>
        <p:spPr>
          <a:xfrm>
            <a:off x="457200" y="365760"/>
            <a:ext cx="109728" cy="82296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Rectangle 387"/>
          <p:cNvSpPr/>
          <p:nvPr/>
        </p:nvSpPr>
        <p:spPr>
          <a:xfrm>
            <a:off x="566928" y="365760"/>
            <a:ext cx="36576" cy="822960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TextBox 388"/>
          <p:cNvSpPr txBox="1"/>
          <p:nvPr/>
        </p:nvSpPr>
        <p:spPr>
          <a:xfrm>
            <a:off x="713232" y="38404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00E5FF"/>
                </a:solidFill>
                <a:latin typeface="Microsoft YaHei"/>
              </a:rPr>
              <a:t>◢</a:t>
            </a:r>
          </a:p>
        </p:txBody>
      </p:sp>
      <p:sp>
        <p:nvSpPr>
          <p:cNvPr id="390" name="TextBox 389"/>
          <p:cNvSpPr txBox="1"/>
          <p:nvPr/>
        </p:nvSpPr>
        <p:spPr>
          <a:xfrm>
            <a:off x="1143000" y="347472"/>
            <a:ext cx="100584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200" b="1">
                <a:solidFill>
                  <a:srgbClr val="FFFFFF"/>
                </a:solidFill>
                <a:latin typeface="Microsoft YaHei"/>
              </a:rPr>
              <a:t>代码证据：262 执行全链上溯源</a:t>
            </a:r>
          </a:p>
        </p:txBody>
      </p:sp>
      <p:sp>
        <p:nvSpPr>
          <p:cNvPr id="391" name="TextBox 390"/>
          <p:cNvSpPr txBox="1"/>
          <p:nvPr/>
        </p:nvSpPr>
        <p:spPr>
          <a:xfrm>
            <a:off x="1143000" y="932688"/>
            <a:ext cx="100584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00E5FF"/>
                </a:solidFill>
                <a:latin typeface="Microsoft YaHei"/>
              </a:rPr>
              <a:t>溯源 ID · 交易哈希 · 主网 Scan 可验证</a:t>
            </a:r>
          </a:p>
        </p:txBody>
      </p:sp>
      <p:sp>
        <p:nvSpPr>
          <p:cNvPr id="392" name="Rectangle 391"/>
          <p:cNvSpPr/>
          <p:nvPr/>
        </p:nvSpPr>
        <p:spPr>
          <a:xfrm>
            <a:off x="1143000" y="1298448"/>
            <a:ext cx="3200400" cy="2743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Rectangle 392"/>
          <p:cNvSpPr/>
          <p:nvPr/>
        </p:nvSpPr>
        <p:spPr>
          <a:xfrm>
            <a:off x="4343400" y="1298448"/>
            <a:ext cx="2286000" cy="27432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Rectangle 393"/>
          <p:cNvSpPr/>
          <p:nvPr/>
        </p:nvSpPr>
        <p:spPr>
          <a:xfrm>
            <a:off x="6629400" y="1298448"/>
            <a:ext cx="1828800" cy="27432"/>
          </a:xfrm>
          <a:prstGeom prst="rect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Rectangle 394"/>
          <p:cNvSpPr/>
          <p:nvPr/>
        </p:nvSpPr>
        <p:spPr>
          <a:xfrm>
            <a:off x="8458200" y="1298448"/>
            <a:ext cx="1645920" cy="27432"/>
          </a:xfrm>
          <a:prstGeom prst="rect">
            <a:avLst/>
          </a:prstGeom>
          <a:solidFill>
            <a:srgbClr val="F5B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Rectangle 395"/>
          <p:cNvSpPr/>
          <p:nvPr/>
        </p:nvSpPr>
        <p:spPr>
          <a:xfrm>
            <a:off x="10104120" y="1298448"/>
            <a:ext cx="1097280" cy="2743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Rectangle 396"/>
          <p:cNvSpPr/>
          <p:nvPr/>
        </p:nvSpPr>
        <p:spPr>
          <a:xfrm>
            <a:off x="1097280" y="347472"/>
            <a:ext cx="10515600" cy="987552"/>
          </a:xfrm>
          <a:prstGeom prst="rect">
            <a:avLst/>
          </a:prstGeom>
          <a:solidFill>
            <a:srgbClr val="1A0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Oval 397"/>
          <p:cNvSpPr/>
          <p:nvPr/>
        </p:nvSpPr>
        <p:spPr>
          <a:xfrm>
            <a:off x="11247120" y="274320"/>
            <a:ext cx="640080" cy="64008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Oval 398"/>
          <p:cNvSpPr/>
          <p:nvPr/>
        </p:nvSpPr>
        <p:spPr>
          <a:xfrm>
            <a:off x="11292840" y="320040"/>
            <a:ext cx="548640" cy="548640"/>
          </a:xfrm>
          <a:prstGeom prst="ellipse">
            <a:avLst/>
          </a:prstGeom>
          <a:solidFill>
            <a:srgbClr val="1A0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TextBox 399"/>
          <p:cNvSpPr txBox="1"/>
          <p:nvPr/>
        </p:nvSpPr>
        <p:spPr>
          <a:xfrm>
            <a:off x="11247120" y="320040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2000" b="1">
                <a:solidFill>
                  <a:srgbClr val="00E5FF"/>
                </a:solidFill>
                <a:latin typeface="Microsoft YaHei"/>
              </a:rPr>
              <a:t>09</a:t>
            </a:r>
          </a:p>
        </p:txBody>
      </p:sp>
      <p:sp>
        <p:nvSpPr>
          <p:cNvPr id="401" name="TextBox 400"/>
          <p:cNvSpPr txBox="1"/>
          <p:nvPr/>
        </p:nvSpPr>
        <p:spPr>
          <a:xfrm>
            <a:off x="731520" y="1463040"/>
            <a:ext cx="1069848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00E5FF"/>
                </a:solidFill>
                <a:latin typeface="Microsoft YaHei"/>
              </a:rPr>
              <a:t>▸ </a:t>
            </a:r>
            <a:r>
              <a:rPr sz="1400">
                <a:solidFill>
                  <a:srgbClr val="E8EEF7"/>
                </a:solidFill>
                <a:latin typeface="Microsoft YaHei"/>
              </a:rPr>
              <a:t>溯源 ID：FF-EXEC-0262-20261008 · 工作流 code_review_full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00E5FF"/>
                </a:solidFill>
                <a:latin typeface="Microsoft YaHei"/>
              </a:rPr>
              <a:t>▸ </a:t>
            </a:r>
            <a:r>
              <a:rPr sz="1400">
                <a:solidFill>
                  <a:srgbClr val="E8EEF7"/>
                </a:solidFill>
                <a:latin typeface="Microsoft YaHei"/>
              </a:rPr>
              <a:t>跑通 262 次执行 · 沉淀 594 条评分 · 0 次存证失败 · 均耗时 1.2s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00E5FF"/>
                </a:solidFill>
                <a:latin typeface="Microsoft YaHei"/>
              </a:rPr>
              <a:t>▸ </a:t>
            </a:r>
            <a:r>
              <a:rPr sz="1400">
                <a:solidFill>
                  <a:srgbClr val="E8EEF7"/>
                </a:solidFill>
                <a:latin typeface="Microsoft YaHei"/>
              </a:rPr>
              <a:t>上链交易 0x4a2f8b3e...e91c · 区块 1892043 · Gas 41200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00E5FF"/>
                </a:solidFill>
                <a:latin typeface="Microsoft YaHei"/>
              </a:rPr>
              <a:t>▸ </a:t>
            </a:r>
            <a:r>
              <a:rPr sz="1400">
                <a:solidFill>
                  <a:srgbClr val="E8EEF7"/>
                </a:solidFill>
                <a:latin typeface="Microsoft YaHei"/>
              </a:rPr>
              <a:t>一键验证：scan.botchain.ai/tx/0x4a2f...e91c</a:t>
            </a:r>
          </a:p>
        </p:txBody>
      </p:sp>
      <p:sp>
        <p:nvSpPr>
          <p:cNvPr id="402" name="Rounded Rectangle 401"/>
          <p:cNvSpPr/>
          <p:nvPr/>
        </p:nvSpPr>
        <p:spPr>
          <a:xfrm>
            <a:off x="731520" y="2377440"/>
            <a:ext cx="5669280" cy="256032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Rectangle 402"/>
          <p:cNvSpPr/>
          <p:nvPr/>
        </p:nvSpPr>
        <p:spPr>
          <a:xfrm>
            <a:off x="731520" y="2377440"/>
            <a:ext cx="54864" cy="256032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TextBox 403"/>
          <p:cNvSpPr txBox="1"/>
          <p:nvPr/>
        </p:nvSpPr>
        <p:spPr>
          <a:xfrm>
            <a:off x="914400" y="2377440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>
                <a:solidFill>
                  <a:srgbClr val="F5B642"/>
                </a:solidFill>
                <a:latin typeface="Microsoft YaHei"/>
              </a:rPr>
              <a:t>  orchestrate.py</a:t>
            </a:r>
          </a:p>
        </p:txBody>
      </p:sp>
      <p:sp>
        <p:nvSpPr>
          <p:cNvPr id="405" name="TextBox 404"/>
          <p:cNvSpPr txBox="1"/>
          <p:nvPr/>
        </p:nvSpPr>
        <p:spPr>
          <a:xfrm>
            <a:off x="914400" y="2651760"/>
            <a:ext cx="5394960" cy="21945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  <a:spcAft>
                <a:spcPts val="100"/>
              </a:spcAft>
            </a:pPr>
            <a:r>
              <a:rPr sz="1000">
                <a:solidFill>
                  <a:srgbClr val="D4D4D4"/>
                </a:solidFill>
                <a:latin typeface="Consolas"/>
              </a:rPr>
              <a:t>async def orchestrate(workflow, ctx):</a:t>
            </a:r>
          </a:p>
          <a:p>
            <a:pPr>
              <a:lnSpc>
                <a:spcPct val="120000"/>
              </a:lnSpc>
              <a:spcAft>
                <a:spcPts val="100"/>
              </a:spcAft>
            </a:pPr>
            <a:r>
              <a:rPr sz="1000">
                <a:solidFill>
                  <a:srgbClr val="D4D4D4"/>
                </a:solidFill>
                <a:latin typeface="Consolas"/>
              </a:rPr>
              <a:t>    results = {}</a:t>
            </a:r>
          </a:p>
          <a:p>
            <a:pPr>
              <a:lnSpc>
                <a:spcPct val="120000"/>
              </a:lnSpc>
              <a:spcAft>
                <a:spcPts val="100"/>
              </a:spcAft>
            </a:pPr>
            <a:r>
              <a:rPr sz="1000">
                <a:solidFill>
                  <a:srgbClr val="D4D4D4"/>
                </a:solidFill>
                <a:latin typeface="Consolas"/>
              </a:rPr>
              <a:t>    for node in workflow.topo_order():</a:t>
            </a:r>
          </a:p>
          <a:p>
            <a:pPr>
              <a:lnSpc>
                <a:spcPct val="120000"/>
              </a:lnSpc>
              <a:spcAft>
                <a:spcPts val="100"/>
              </a:spcAft>
            </a:pPr>
            <a:r>
              <a:rPr sz="1000">
                <a:solidFill>
                  <a:srgbClr val="D4D4D4"/>
                </a:solidFill>
                <a:latin typeface="Consolas"/>
              </a:rPr>
              <a:t>        agent = AgentRegistry.get(node.agent_id)</a:t>
            </a:r>
          </a:p>
          <a:p>
            <a:pPr>
              <a:lnSpc>
                <a:spcPct val="120000"/>
              </a:lnSpc>
              <a:spcAft>
                <a:spcPts val="100"/>
              </a:spcAft>
            </a:pPr>
            <a:r>
              <a:rPr sz="1000">
                <a:solidFill>
                  <a:srgbClr val="D4D4D4"/>
                </a:solidFill>
                <a:latin typeface="Consolas"/>
              </a:rPr>
              <a:t>        results[node.id] = await agent.run(</a:t>
            </a:r>
          </a:p>
          <a:p>
            <a:pPr>
              <a:lnSpc>
                <a:spcPct val="120000"/>
              </a:lnSpc>
              <a:spcAft>
                <a:spcPts val="100"/>
              </a:spcAft>
            </a:pPr>
            <a:r>
              <a:rPr sz="1000">
                <a:solidFill>
                  <a:srgbClr val="D4D4D4"/>
                </a:solidFill>
                <a:latin typeface="Consolas"/>
              </a:rPr>
              <a:t>            ctx.merge(results, node.inputs))</a:t>
            </a:r>
          </a:p>
          <a:p>
            <a:pPr>
              <a:lnSpc>
                <a:spcPct val="120000"/>
              </a:lnSpc>
              <a:spcAft>
                <a:spcPts val="100"/>
              </a:spcAft>
            </a:pPr>
            <a:r>
              <a:rPr sz="1000">
                <a:solidFill>
                  <a:srgbClr val="D4D4D4"/>
                </a:solidFill>
                <a:latin typeface="Consolas"/>
              </a:rPr>
              <a:t>        ScoreEngine.record(node.id, results[node.id])</a:t>
            </a:r>
          </a:p>
          <a:p>
            <a:pPr>
              <a:lnSpc>
                <a:spcPct val="120000"/>
              </a:lnSpc>
              <a:spcAft>
                <a:spcPts val="100"/>
              </a:spcAft>
            </a:pPr>
            <a:r>
              <a:rPr sz="1000">
                <a:solidFill>
                  <a:srgbClr val="D4D4D4"/>
                </a:solidFill>
                <a:latin typeface="Consolas"/>
              </a:rPr>
              <a:t>    EvidenceChain.commit(workflow.id, results)</a:t>
            </a:r>
          </a:p>
          <a:p>
            <a:pPr>
              <a:lnSpc>
                <a:spcPct val="120000"/>
              </a:lnSpc>
              <a:spcAft>
                <a:spcPts val="100"/>
              </a:spcAft>
            </a:pPr>
            <a:r>
              <a:rPr sz="1000">
                <a:solidFill>
                  <a:srgbClr val="D4D4D4"/>
                </a:solidFill>
                <a:latin typeface="Consolas"/>
              </a:rPr>
              <a:t>    return results</a:t>
            </a:r>
          </a:p>
        </p:txBody>
      </p:sp>
      <p:sp>
        <p:nvSpPr>
          <p:cNvPr id="406" name="Rounded Rectangle 405"/>
          <p:cNvSpPr/>
          <p:nvPr/>
        </p:nvSpPr>
        <p:spPr>
          <a:xfrm>
            <a:off x="6583680" y="2377440"/>
            <a:ext cx="5029200" cy="256032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" name="Rectangle 406"/>
          <p:cNvSpPr/>
          <p:nvPr/>
        </p:nvSpPr>
        <p:spPr>
          <a:xfrm>
            <a:off x="6583680" y="2377440"/>
            <a:ext cx="54864" cy="256032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" name="TextBox 407"/>
          <p:cNvSpPr txBox="1"/>
          <p:nvPr/>
        </p:nvSpPr>
        <p:spPr>
          <a:xfrm>
            <a:off x="6766560" y="237744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>
                <a:solidFill>
                  <a:srgbClr val="F5B642"/>
                </a:solidFill>
                <a:latin typeface="Microsoft YaHei"/>
              </a:rPr>
              <a:t>  EvidenceChain.sol</a:t>
            </a:r>
          </a:p>
        </p:txBody>
      </p:sp>
      <p:sp>
        <p:nvSpPr>
          <p:cNvPr id="409" name="TextBox 408"/>
          <p:cNvSpPr txBox="1"/>
          <p:nvPr/>
        </p:nvSpPr>
        <p:spPr>
          <a:xfrm>
            <a:off x="6766560" y="2651760"/>
            <a:ext cx="4754880" cy="21945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  <a:spcAft>
                <a:spcPts val="100"/>
              </a:spcAft>
            </a:pPr>
            <a:r>
              <a:rPr sz="1000">
                <a:solidFill>
                  <a:srgbClr val="D4D4D4"/>
                </a:solidFill>
                <a:latin typeface="Consolas"/>
              </a:rPr>
              <a:t>function commit(bytes32 id, bytes32 hash,</a:t>
            </a:r>
          </a:p>
          <a:p>
            <a:pPr>
              <a:lnSpc>
                <a:spcPct val="120000"/>
              </a:lnSpc>
              <a:spcAft>
                <a:spcPts val="100"/>
              </a:spcAft>
            </a:pPr>
            <a:r>
              <a:rPr sz="1000">
                <a:solidFill>
                  <a:srgbClr val="D4D4D4"/>
                </a:solidFill>
                <a:latin typeface="Consolas"/>
              </a:rPr>
              <a:t>    uint8 score, uint256 ts) external {</a:t>
            </a:r>
          </a:p>
          <a:p>
            <a:pPr>
              <a:lnSpc>
                <a:spcPct val="120000"/>
              </a:lnSpc>
              <a:spcAft>
                <a:spcPts val="100"/>
              </a:spcAft>
            </a:pPr>
            <a:r>
              <a:rPr sz="1000">
                <a:solidFill>
                  <a:srgbClr val="D4D4D4"/>
                </a:solidFill>
                <a:latin typeface="Consolas"/>
              </a:rPr>
              <a:t>    require(!stored[id], "dup");</a:t>
            </a:r>
          </a:p>
          <a:p>
            <a:pPr>
              <a:lnSpc>
                <a:spcPct val="120000"/>
              </a:lnSpc>
              <a:spcAft>
                <a:spcPts val="100"/>
              </a:spcAft>
            </a:pPr>
            <a:r>
              <a:rPr sz="1000">
                <a:solidFill>
                  <a:srgbClr val="D4D4D4"/>
                </a:solidFill>
                <a:latin typeface="Consolas"/>
              </a:rPr>
              <a:t>    records[id] = Record(hash, score, ts,</a:t>
            </a:r>
          </a:p>
          <a:p>
            <a:pPr>
              <a:lnSpc>
                <a:spcPct val="120000"/>
              </a:lnSpc>
              <a:spcAft>
                <a:spcPts val="100"/>
              </a:spcAft>
            </a:pPr>
            <a:r>
              <a:rPr sz="1000">
                <a:solidFill>
                  <a:srgbClr val="D4D4D4"/>
                </a:solidFill>
                <a:latin typeface="Consolas"/>
              </a:rPr>
              <a:t>        msg.sender);</a:t>
            </a:r>
          </a:p>
          <a:p>
            <a:pPr>
              <a:lnSpc>
                <a:spcPct val="120000"/>
              </a:lnSpc>
              <a:spcAft>
                <a:spcPts val="100"/>
              </a:spcAft>
            </a:pPr>
            <a:r>
              <a:rPr sz="1000">
                <a:solidFill>
                  <a:srgbClr val="D4D4D4"/>
                </a:solidFill>
                <a:latin typeface="Consolas"/>
              </a:rPr>
              <a:t>    stored[id] = true;</a:t>
            </a:r>
          </a:p>
          <a:p>
            <a:pPr>
              <a:lnSpc>
                <a:spcPct val="120000"/>
              </a:lnSpc>
              <a:spcAft>
                <a:spcPts val="100"/>
              </a:spcAft>
            </a:pPr>
            <a:r>
              <a:rPr sz="1000">
                <a:solidFill>
                  <a:srgbClr val="D4D4D4"/>
                </a:solidFill>
                <a:latin typeface="Consolas"/>
              </a:rPr>
              <a:t>    emit Committed(id, hash, score, ts);</a:t>
            </a:r>
          </a:p>
          <a:p>
            <a:pPr>
              <a:lnSpc>
                <a:spcPct val="120000"/>
              </a:lnSpc>
              <a:spcAft>
                <a:spcPts val="100"/>
              </a:spcAft>
            </a:pPr>
            <a:r>
              <a:rPr sz="100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  <p:sp>
        <p:nvSpPr>
          <p:cNvPr id="410" name="Rounded Rectangle 409"/>
          <p:cNvSpPr/>
          <p:nvPr/>
        </p:nvSpPr>
        <p:spPr>
          <a:xfrm>
            <a:off x="731520" y="5120640"/>
            <a:ext cx="10881360" cy="1097280"/>
          </a:xfrm>
          <a:prstGeom prst="roundRect">
            <a:avLst/>
          </a:prstGeom>
          <a:solidFill>
            <a:srgbClr val="12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" name="Rectangle 410"/>
          <p:cNvSpPr/>
          <p:nvPr/>
        </p:nvSpPr>
        <p:spPr>
          <a:xfrm>
            <a:off x="731520" y="5120640"/>
            <a:ext cx="54864" cy="109728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TextBox 411"/>
          <p:cNvSpPr txBox="1"/>
          <p:nvPr/>
        </p:nvSpPr>
        <p:spPr>
          <a:xfrm>
            <a:off x="914400" y="5120640"/>
            <a:ext cx="10607040" cy="1097280"/>
          </a:xfrm>
          <a:prstGeom prst="rect">
            <a:avLst/>
          </a:prstGeom>
          <a:noFill/>
        </p:spPr>
        <p:txBody>
          <a:bodyPr wrap="square" lIns="25400" tIns="25400">
            <a:spAutoFit/>
          </a:bodyPr>
          <a:lstStyle/>
          <a:p>
            <a:pPr>
              <a:spcAft>
                <a:spcPts val="200"/>
              </a:spcAft>
            </a:pPr>
            <a:r>
              <a:rPr sz="1000">
                <a:solidFill>
                  <a:srgbClr val="4CAF50"/>
                </a:solidFill>
                <a:latin typeface="Consolas"/>
              </a:rPr>
              <a:t>[EXEC] node=reviewer agent=CodeReviewer ✓ 0.82s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E8EEF7"/>
                </a:solidFill>
                <a:latin typeface="Consolas"/>
              </a:rPr>
              <a:t>[SCORE] correctness=96 completeness=98 → 97.0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4CAF50"/>
                </a:solidFill>
                <a:latin typeface="Consolas"/>
              </a:rPr>
              <a:t>[CHAIN] tx=0x4a2f...e91c block=1892043 ✓</a:t>
            </a:r>
          </a:p>
        </p:txBody>
      </p:sp>
      <p:sp>
        <p:nvSpPr>
          <p:cNvPr id="413" name="Rectangle 412"/>
          <p:cNvSpPr/>
          <p:nvPr/>
        </p:nvSpPr>
        <p:spPr>
          <a:xfrm>
            <a:off x="0" y="6565392"/>
            <a:ext cx="12191695" cy="45720"/>
          </a:xfrm>
          <a:prstGeom prst="rect">
            <a:avLst/>
          </a:prstGeom>
          <a:solidFill>
            <a:srgbClr val="1A0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Rectangle 413"/>
          <p:cNvSpPr/>
          <p:nvPr/>
        </p:nvSpPr>
        <p:spPr>
          <a:xfrm>
            <a:off x="0" y="6565392"/>
            <a:ext cx="7315017" cy="457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Rectangle 414"/>
          <p:cNvSpPr/>
          <p:nvPr/>
        </p:nvSpPr>
        <p:spPr>
          <a:xfrm>
            <a:off x="0" y="6551676"/>
            <a:ext cx="7315017" cy="109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Oval 415"/>
          <p:cNvSpPr/>
          <p:nvPr/>
        </p:nvSpPr>
        <p:spPr>
          <a:xfrm>
            <a:off x="457200" y="6693408"/>
            <a:ext cx="73152" cy="73152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" name="Oval 416"/>
          <p:cNvSpPr/>
          <p:nvPr/>
        </p:nvSpPr>
        <p:spPr>
          <a:xfrm>
            <a:off x="566928" y="6711696"/>
            <a:ext cx="45720" cy="45720"/>
          </a:xfrm>
          <a:prstGeom prst="ellipse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TextBox 417"/>
          <p:cNvSpPr txBox="1"/>
          <p:nvPr/>
        </p:nvSpPr>
        <p:spPr>
          <a:xfrm>
            <a:off x="685800" y="662940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9AA5B5"/>
                </a:solidFill>
                <a:latin typeface="Microsoft YaHei"/>
              </a:rPr>
              <a:t>FlowForge AI  ·  Shadu Team  ·  v2.67</a:t>
            </a:r>
          </a:p>
        </p:txBody>
      </p:sp>
      <p:sp>
        <p:nvSpPr>
          <p:cNvPr id="419" name="TextBox 418"/>
          <p:cNvSpPr txBox="1"/>
          <p:nvPr/>
        </p:nvSpPr>
        <p:spPr>
          <a:xfrm>
            <a:off x="10058400" y="662940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>
                <a:solidFill>
                  <a:srgbClr val="00E5FF"/>
                </a:solidFill>
                <a:latin typeface="Microsoft YaHei"/>
              </a:rPr>
              <a:t>[ 09 / 15 ]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1628"/>
            </a:gs>
            <a:gs pos="100000">
              <a:srgbClr val="1A0B2E"/>
            </a:gs>
          </a:gsLst>
          <a:lin scaled="0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789920" y="0"/>
            <a:ext cx="1401775" cy="2011680"/>
          </a:xfrm>
          <a:prstGeom prst="ellipse">
            <a:avLst/>
          </a:prstGeom>
          <a:solidFill>
            <a:srgbClr val="F5B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155680" y="0"/>
            <a:ext cx="1036015" cy="1097280"/>
          </a:xfrm>
          <a:prstGeom prst="ellips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0" y="5486400"/>
            <a:ext cx="1645920" cy="1371600"/>
          </a:xfrm>
          <a:prstGeom prst="ellips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704320" y="5029200"/>
            <a:ext cx="487375" cy="914400"/>
          </a:xfrm>
          <a:prstGeom prst="ellipse">
            <a:avLst/>
          </a:prstGeom>
          <a:solidFill>
            <a:srgbClr val="F5B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A0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5486400"/>
            <a:ext cx="12191695" cy="13716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0" y="2286000"/>
            <a:ext cx="3200400" cy="3200400"/>
          </a:xfrm>
          <a:prstGeom prst="ellipse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515600" y="1828800"/>
            <a:ext cx="1676095" cy="3200400"/>
          </a:xfrm>
          <a:prstGeom prst="ellipse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0" y="0"/>
            <a:ext cx="4572000" cy="4572000"/>
          </a:xfrm>
          <a:prstGeom prst="ellipse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0" y="2743200"/>
            <a:ext cx="3047695" cy="4114800"/>
          </a:xfrm>
          <a:prstGeom prst="ellipse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57600" y="0"/>
            <a:ext cx="3657600" cy="3657600"/>
          </a:xfrm>
          <a:prstGeom prst="ellipse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64592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6888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9184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1480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93776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76072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0664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5256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87552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69848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52144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2344400" y="0"/>
            <a:ext cx="182880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74320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2295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371600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920240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468880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017520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566160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114800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663440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21207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76071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30935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85799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40663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95527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50391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05255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60119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14983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69847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124711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179575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274320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82295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371600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920240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2468880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3017520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3566160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4114800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4663440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521207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576071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630935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685799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740663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795527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50391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905255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960119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1014983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1069847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1124711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179575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274320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82295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1371600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1920240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2468880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3017520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3566160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4114800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4663440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521207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576071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630935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685799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740663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795527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850391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905255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960119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1014983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1069847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1124711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1179575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274320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82295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1371600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1920240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2468880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3017520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3566160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4114800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4663440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521207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576071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630935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685799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740663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795527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850391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905255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960119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1014983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1069847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1124711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1179575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274320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82295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1371600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1920240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2468880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3017520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3566160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4114800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4663440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521207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576071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630935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685799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740663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795527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850391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905255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960119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1014983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1069847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1124711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1179575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274320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82295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1371600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1920240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2468880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3017520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3566160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4114800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4663440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521207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576071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630935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685799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740663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795527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850391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905255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960119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1014983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1069847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1124711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1179575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274320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82295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1371600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1920240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2468880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3017520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3566160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4114800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4663440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521207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576071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630935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685799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740663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795527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850391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905255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960119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1014983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1069847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1124711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1179575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274320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82295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1371600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1920240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2468880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3017520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3566160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4114800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4663440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521207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576071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630935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xfrm>
            <a:off x="685799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xfrm>
            <a:off x="740663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Oval 198"/>
          <p:cNvSpPr/>
          <p:nvPr/>
        </p:nvSpPr>
        <p:spPr>
          <a:xfrm>
            <a:off x="795527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>
            <a:off x="850391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905255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960119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1014983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1069847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Oval 204"/>
          <p:cNvSpPr/>
          <p:nvPr/>
        </p:nvSpPr>
        <p:spPr>
          <a:xfrm>
            <a:off x="1124711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Oval 205"/>
          <p:cNvSpPr/>
          <p:nvPr/>
        </p:nvSpPr>
        <p:spPr>
          <a:xfrm>
            <a:off x="1179575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>
            <a:off x="274320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Oval 207"/>
          <p:cNvSpPr/>
          <p:nvPr/>
        </p:nvSpPr>
        <p:spPr>
          <a:xfrm>
            <a:off x="82295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Oval 208"/>
          <p:cNvSpPr/>
          <p:nvPr/>
        </p:nvSpPr>
        <p:spPr>
          <a:xfrm>
            <a:off x="1371600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Oval 209"/>
          <p:cNvSpPr/>
          <p:nvPr/>
        </p:nvSpPr>
        <p:spPr>
          <a:xfrm>
            <a:off x="1920240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Oval 210"/>
          <p:cNvSpPr/>
          <p:nvPr/>
        </p:nvSpPr>
        <p:spPr>
          <a:xfrm>
            <a:off x="2468880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Oval 211"/>
          <p:cNvSpPr/>
          <p:nvPr/>
        </p:nvSpPr>
        <p:spPr>
          <a:xfrm>
            <a:off x="3017520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Oval 212"/>
          <p:cNvSpPr/>
          <p:nvPr/>
        </p:nvSpPr>
        <p:spPr>
          <a:xfrm>
            <a:off x="3566160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4114800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4663440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521207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576071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630935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685799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740663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795527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850391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905255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960119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1014983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1069847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1124711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1179575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274320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82295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1371600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1920240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2468880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3017520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3566160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4114800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4663440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521207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576071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630935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685799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740663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Oval 242"/>
          <p:cNvSpPr/>
          <p:nvPr/>
        </p:nvSpPr>
        <p:spPr>
          <a:xfrm>
            <a:off x="795527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Oval 243"/>
          <p:cNvSpPr/>
          <p:nvPr/>
        </p:nvSpPr>
        <p:spPr>
          <a:xfrm>
            <a:off x="850391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Oval 244"/>
          <p:cNvSpPr/>
          <p:nvPr/>
        </p:nvSpPr>
        <p:spPr>
          <a:xfrm>
            <a:off x="905255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Oval 245"/>
          <p:cNvSpPr/>
          <p:nvPr/>
        </p:nvSpPr>
        <p:spPr>
          <a:xfrm>
            <a:off x="960119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Oval 246"/>
          <p:cNvSpPr/>
          <p:nvPr/>
        </p:nvSpPr>
        <p:spPr>
          <a:xfrm>
            <a:off x="1014983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Oval 247"/>
          <p:cNvSpPr/>
          <p:nvPr/>
        </p:nvSpPr>
        <p:spPr>
          <a:xfrm>
            <a:off x="1069847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Oval 248"/>
          <p:cNvSpPr/>
          <p:nvPr/>
        </p:nvSpPr>
        <p:spPr>
          <a:xfrm>
            <a:off x="1124711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Oval 249"/>
          <p:cNvSpPr/>
          <p:nvPr/>
        </p:nvSpPr>
        <p:spPr>
          <a:xfrm>
            <a:off x="1179575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Oval 250"/>
          <p:cNvSpPr/>
          <p:nvPr/>
        </p:nvSpPr>
        <p:spPr>
          <a:xfrm>
            <a:off x="274320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Oval 251"/>
          <p:cNvSpPr/>
          <p:nvPr/>
        </p:nvSpPr>
        <p:spPr>
          <a:xfrm>
            <a:off x="82295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Oval 252"/>
          <p:cNvSpPr/>
          <p:nvPr/>
        </p:nvSpPr>
        <p:spPr>
          <a:xfrm>
            <a:off x="1371600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Oval 253"/>
          <p:cNvSpPr/>
          <p:nvPr/>
        </p:nvSpPr>
        <p:spPr>
          <a:xfrm>
            <a:off x="1920240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Oval 254"/>
          <p:cNvSpPr/>
          <p:nvPr/>
        </p:nvSpPr>
        <p:spPr>
          <a:xfrm>
            <a:off x="2468880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Oval 255"/>
          <p:cNvSpPr/>
          <p:nvPr/>
        </p:nvSpPr>
        <p:spPr>
          <a:xfrm>
            <a:off x="3017520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Oval 256"/>
          <p:cNvSpPr/>
          <p:nvPr/>
        </p:nvSpPr>
        <p:spPr>
          <a:xfrm>
            <a:off x="3566160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Oval 257"/>
          <p:cNvSpPr/>
          <p:nvPr/>
        </p:nvSpPr>
        <p:spPr>
          <a:xfrm>
            <a:off x="4114800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Oval 258"/>
          <p:cNvSpPr/>
          <p:nvPr/>
        </p:nvSpPr>
        <p:spPr>
          <a:xfrm>
            <a:off x="4663440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Oval 259"/>
          <p:cNvSpPr/>
          <p:nvPr/>
        </p:nvSpPr>
        <p:spPr>
          <a:xfrm>
            <a:off x="521207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Oval 260"/>
          <p:cNvSpPr/>
          <p:nvPr/>
        </p:nvSpPr>
        <p:spPr>
          <a:xfrm>
            <a:off x="576071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Oval 261"/>
          <p:cNvSpPr/>
          <p:nvPr/>
        </p:nvSpPr>
        <p:spPr>
          <a:xfrm>
            <a:off x="630935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Oval 262"/>
          <p:cNvSpPr/>
          <p:nvPr/>
        </p:nvSpPr>
        <p:spPr>
          <a:xfrm>
            <a:off x="685799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Oval 263"/>
          <p:cNvSpPr/>
          <p:nvPr/>
        </p:nvSpPr>
        <p:spPr>
          <a:xfrm>
            <a:off x="740663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Oval 264"/>
          <p:cNvSpPr/>
          <p:nvPr/>
        </p:nvSpPr>
        <p:spPr>
          <a:xfrm>
            <a:off x="795527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Oval 265"/>
          <p:cNvSpPr/>
          <p:nvPr/>
        </p:nvSpPr>
        <p:spPr>
          <a:xfrm>
            <a:off x="850391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Oval 266"/>
          <p:cNvSpPr/>
          <p:nvPr/>
        </p:nvSpPr>
        <p:spPr>
          <a:xfrm>
            <a:off x="905255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Oval 267"/>
          <p:cNvSpPr/>
          <p:nvPr/>
        </p:nvSpPr>
        <p:spPr>
          <a:xfrm>
            <a:off x="960119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Oval 268"/>
          <p:cNvSpPr/>
          <p:nvPr/>
        </p:nvSpPr>
        <p:spPr>
          <a:xfrm>
            <a:off x="1014983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Oval 269"/>
          <p:cNvSpPr/>
          <p:nvPr/>
        </p:nvSpPr>
        <p:spPr>
          <a:xfrm>
            <a:off x="1069847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Oval 270"/>
          <p:cNvSpPr/>
          <p:nvPr/>
        </p:nvSpPr>
        <p:spPr>
          <a:xfrm>
            <a:off x="1124711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Oval 271"/>
          <p:cNvSpPr/>
          <p:nvPr/>
        </p:nvSpPr>
        <p:spPr>
          <a:xfrm>
            <a:off x="1179575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Oval 272"/>
          <p:cNvSpPr/>
          <p:nvPr/>
        </p:nvSpPr>
        <p:spPr>
          <a:xfrm>
            <a:off x="274320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Oval 273"/>
          <p:cNvSpPr/>
          <p:nvPr/>
        </p:nvSpPr>
        <p:spPr>
          <a:xfrm>
            <a:off x="82295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Oval 274"/>
          <p:cNvSpPr/>
          <p:nvPr/>
        </p:nvSpPr>
        <p:spPr>
          <a:xfrm>
            <a:off x="1371600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Oval 275"/>
          <p:cNvSpPr/>
          <p:nvPr/>
        </p:nvSpPr>
        <p:spPr>
          <a:xfrm>
            <a:off x="1920240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Oval 276"/>
          <p:cNvSpPr/>
          <p:nvPr/>
        </p:nvSpPr>
        <p:spPr>
          <a:xfrm>
            <a:off x="2468880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Oval 277"/>
          <p:cNvSpPr/>
          <p:nvPr/>
        </p:nvSpPr>
        <p:spPr>
          <a:xfrm>
            <a:off x="3017520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Oval 278"/>
          <p:cNvSpPr/>
          <p:nvPr/>
        </p:nvSpPr>
        <p:spPr>
          <a:xfrm>
            <a:off x="3566160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Oval 279"/>
          <p:cNvSpPr/>
          <p:nvPr/>
        </p:nvSpPr>
        <p:spPr>
          <a:xfrm>
            <a:off x="4114800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Oval 280"/>
          <p:cNvSpPr/>
          <p:nvPr/>
        </p:nvSpPr>
        <p:spPr>
          <a:xfrm>
            <a:off x="4663440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Oval 281"/>
          <p:cNvSpPr/>
          <p:nvPr/>
        </p:nvSpPr>
        <p:spPr>
          <a:xfrm>
            <a:off x="521207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Oval 282"/>
          <p:cNvSpPr/>
          <p:nvPr/>
        </p:nvSpPr>
        <p:spPr>
          <a:xfrm>
            <a:off x="576071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Oval 283"/>
          <p:cNvSpPr/>
          <p:nvPr/>
        </p:nvSpPr>
        <p:spPr>
          <a:xfrm>
            <a:off x="630935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Oval 284"/>
          <p:cNvSpPr/>
          <p:nvPr/>
        </p:nvSpPr>
        <p:spPr>
          <a:xfrm>
            <a:off x="685799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Oval 285"/>
          <p:cNvSpPr/>
          <p:nvPr/>
        </p:nvSpPr>
        <p:spPr>
          <a:xfrm>
            <a:off x="740663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Oval 286"/>
          <p:cNvSpPr/>
          <p:nvPr/>
        </p:nvSpPr>
        <p:spPr>
          <a:xfrm>
            <a:off x="795527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Oval 287"/>
          <p:cNvSpPr/>
          <p:nvPr/>
        </p:nvSpPr>
        <p:spPr>
          <a:xfrm>
            <a:off x="850391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Oval 288"/>
          <p:cNvSpPr/>
          <p:nvPr/>
        </p:nvSpPr>
        <p:spPr>
          <a:xfrm>
            <a:off x="905255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Oval 289"/>
          <p:cNvSpPr/>
          <p:nvPr/>
        </p:nvSpPr>
        <p:spPr>
          <a:xfrm>
            <a:off x="960119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Oval 290"/>
          <p:cNvSpPr/>
          <p:nvPr/>
        </p:nvSpPr>
        <p:spPr>
          <a:xfrm>
            <a:off x="1014983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Oval 291"/>
          <p:cNvSpPr/>
          <p:nvPr/>
        </p:nvSpPr>
        <p:spPr>
          <a:xfrm>
            <a:off x="1069847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Oval 292"/>
          <p:cNvSpPr/>
          <p:nvPr/>
        </p:nvSpPr>
        <p:spPr>
          <a:xfrm>
            <a:off x="1124711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Oval 293"/>
          <p:cNvSpPr/>
          <p:nvPr/>
        </p:nvSpPr>
        <p:spPr>
          <a:xfrm>
            <a:off x="1179575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Rectangle 294"/>
          <p:cNvSpPr/>
          <p:nvPr/>
        </p:nvSpPr>
        <p:spPr>
          <a:xfrm>
            <a:off x="91479" y="4257697"/>
            <a:ext cx="2583260" cy="109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Rectangle 295"/>
          <p:cNvSpPr/>
          <p:nvPr/>
        </p:nvSpPr>
        <p:spPr>
          <a:xfrm>
            <a:off x="2693717" y="1783875"/>
            <a:ext cx="3685122" cy="109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Rectangle 296"/>
          <p:cNvSpPr/>
          <p:nvPr/>
        </p:nvSpPr>
        <p:spPr>
          <a:xfrm>
            <a:off x="317987" y="5759958"/>
            <a:ext cx="2986215" cy="109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Rectangle 297"/>
          <p:cNvSpPr/>
          <p:nvPr/>
        </p:nvSpPr>
        <p:spPr>
          <a:xfrm>
            <a:off x="799690" y="634302"/>
            <a:ext cx="3215090" cy="109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Rectangle 298"/>
          <p:cNvSpPr/>
          <p:nvPr/>
        </p:nvSpPr>
        <p:spPr>
          <a:xfrm>
            <a:off x="727268" y="614919"/>
            <a:ext cx="3611562" cy="109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ectangle 299"/>
          <p:cNvSpPr/>
          <p:nvPr/>
        </p:nvSpPr>
        <p:spPr>
          <a:xfrm>
            <a:off x="806283" y="3696114"/>
            <a:ext cx="3445273" cy="109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Rectangle 300"/>
          <p:cNvSpPr/>
          <p:nvPr/>
        </p:nvSpPr>
        <p:spPr>
          <a:xfrm>
            <a:off x="9560961" y="23769"/>
            <a:ext cx="10972" cy="3302482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Rectangle 301"/>
          <p:cNvSpPr/>
          <p:nvPr/>
        </p:nvSpPr>
        <p:spPr>
          <a:xfrm>
            <a:off x="8309257" y="1244500"/>
            <a:ext cx="10972" cy="2113140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ectangle 302"/>
          <p:cNvSpPr/>
          <p:nvPr/>
        </p:nvSpPr>
        <p:spPr>
          <a:xfrm>
            <a:off x="11223090" y="1231128"/>
            <a:ext cx="10972" cy="1998413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Rectangle 303"/>
          <p:cNvSpPr/>
          <p:nvPr/>
        </p:nvSpPr>
        <p:spPr>
          <a:xfrm>
            <a:off x="1544980" y="3099795"/>
            <a:ext cx="10972" cy="2932894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Rectangle 304"/>
          <p:cNvSpPr/>
          <p:nvPr/>
        </p:nvSpPr>
        <p:spPr>
          <a:xfrm>
            <a:off x="9535068" y="2669066"/>
            <a:ext cx="10972" cy="2809453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Oval 305"/>
          <p:cNvSpPr/>
          <p:nvPr/>
        </p:nvSpPr>
        <p:spPr>
          <a:xfrm>
            <a:off x="11135004" y="2637830"/>
            <a:ext cx="54864" cy="5486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Oval 306"/>
          <p:cNvSpPr/>
          <p:nvPr/>
        </p:nvSpPr>
        <p:spPr>
          <a:xfrm>
            <a:off x="11116716" y="2619542"/>
            <a:ext cx="91440" cy="914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Oval 307"/>
          <p:cNvSpPr/>
          <p:nvPr/>
        </p:nvSpPr>
        <p:spPr>
          <a:xfrm>
            <a:off x="6514631" y="5235168"/>
            <a:ext cx="54864" cy="5486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Oval 308"/>
          <p:cNvSpPr/>
          <p:nvPr/>
        </p:nvSpPr>
        <p:spPr>
          <a:xfrm>
            <a:off x="6496343" y="5216880"/>
            <a:ext cx="91440" cy="914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Oval 309"/>
          <p:cNvSpPr/>
          <p:nvPr/>
        </p:nvSpPr>
        <p:spPr>
          <a:xfrm>
            <a:off x="7244093" y="5421252"/>
            <a:ext cx="54864" cy="5486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Oval 310"/>
          <p:cNvSpPr/>
          <p:nvPr/>
        </p:nvSpPr>
        <p:spPr>
          <a:xfrm>
            <a:off x="7225805" y="5402964"/>
            <a:ext cx="91440" cy="914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Oval 311"/>
          <p:cNvSpPr/>
          <p:nvPr/>
        </p:nvSpPr>
        <p:spPr>
          <a:xfrm>
            <a:off x="6792369" y="4516041"/>
            <a:ext cx="54864" cy="5486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Oval 312"/>
          <p:cNvSpPr/>
          <p:nvPr/>
        </p:nvSpPr>
        <p:spPr>
          <a:xfrm>
            <a:off x="6774081" y="4497753"/>
            <a:ext cx="91440" cy="914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Oval 313"/>
          <p:cNvSpPr/>
          <p:nvPr/>
        </p:nvSpPr>
        <p:spPr>
          <a:xfrm>
            <a:off x="960021" y="1770058"/>
            <a:ext cx="54864" cy="5486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Oval 314"/>
          <p:cNvSpPr/>
          <p:nvPr/>
        </p:nvSpPr>
        <p:spPr>
          <a:xfrm>
            <a:off x="941733" y="1751770"/>
            <a:ext cx="91440" cy="914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Oval 315"/>
          <p:cNvSpPr/>
          <p:nvPr/>
        </p:nvSpPr>
        <p:spPr>
          <a:xfrm>
            <a:off x="3632596" y="916859"/>
            <a:ext cx="54864" cy="5486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Oval 316"/>
          <p:cNvSpPr/>
          <p:nvPr/>
        </p:nvSpPr>
        <p:spPr>
          <a:xfrm>
            <a:off x="3614308" y="898571"/>
            <a:ext cx="91440" cy="914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Oval 317"/>
          <p:cNvSpPr/>
          <p:nvPr/>
        </p:nvSpPr>
        <p:spPr>
          <a:xfrm>
            <a:off x="3011567" y="1039040"/>
            <a:ext cx="54864" cy="5486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Oval 318"/>
          <p:cNvSpPr/>
          <p:nvPr/>
        </p:nvSpPr>
        <p:spPr>
          <a:xfrm>
            <a:off x="2993279" y="1020752"/>
            <a:ext cx="91440" cy="914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Oval 319"/>
          <p:cNvSpPr/>
          <p:nvPr/>
        </p:nvSpPr>
        <p:spPr>
          <a:xfrm>
            <a:off x="3507348" y="4119200"/>
            <a:ext cx="54864" cy="5486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Oval 320"/>
          <p:cNvSpPr/>
          <p:nvPr/>
        </p:nvSpPr>
        <p:spPr>
          <a:xfrm>
            <a:off x="3489060" y="4100912"/>
            <a:ext cx="91440" cy="914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Oval 321"/>
          <p:cNvSpPr/>
          <p:nvPr/>
        </p:nvSpPr>
        <p:spPr>
          <a:xfrm>
            <a:off x="4460430" y="2589708"/>
            <a:ext cx="54864" cy="5486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Oval 322"/>
          <p:cNvSpPr/>
          <p:nvPr/>
        </p:nvSpPr>
        <p:spPr>
          <a:xfrm>
            <a:off x="4442142" y="2571420"/>
            <a:ext cx="91440" cy="914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Oval 323"/>
          <p:cNvSpPr/>
          <p:nvPr/>
        </p:nvSpPr>
        <p:spPr>
          <a:xfrm>
            <a:off x="2756078" y="1995184"/>
            <a:ext cx="54864" cy="5486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Oval 324"/>
          <p:cNvSpPr/>
          <p:nvPr/>
        </p:nvSpPr>
        <p:spPr>
          <a:xfrm>
            <a:off x="2737790" y="1976896"/>
            <a:ext cx="91440" cy="914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Rectangle 325"/>
          <p:cNvSpPr/>
          <p:nvPr/>
        </p:nvSpPr>
        <p:spPr>
          <a:xfrm>
            <a:off x="0" y="182880"/>
            <a:ext cx="4114800" cy="1828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Rectangle 326"/>
          <p:cNvSpPr/>
          <p:nvPr/>
        </p:nvSpPr>
        <p:spPr>
          <a:xfrm>
            <a:off x="0" y="320040"/>
            <a:ext cx="2743200" cy="13716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Rectangle 327"/>
          <p:cNvSpPr/>
          <p:nvPr/>
        </p:nvSpPr>
        <p:spPr>
          <a:xfrm>
            <a:off x="8046720" y="6446520"/>
            <a:ext cx="4114800" cy="18288"/>
          </a:xfrm>
          <a:prstGeom prst="rect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Rectangle 328"/>
          <p:cNvSpPr/>
          <p:nvPr/>
        </p:nvSpPr>
        <p:spPr>
          <a:xfrm>
            <a:off x="9418320" y="6309360"/>
            <a:ext cx="2743200" cy="1371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Rectangle 329"/>
          <p:cNvSpPr/>
          <p:nvPr/>
        </p:nvSpPr>
        <p:spPr>
          <a:xfrm>
            <a:off x="5029200" y="0"/>
            <a:ext cx="9144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Rectangle 330"/>
          <p:cNvSpPr/>
          <p:nvPr/>
        </p:nvSpPr>
        <p:spPr>
          <a:xfrm>
            <a:off x="5166360" y="0"/>
            <a:ext cx="9144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Rectangle 331"/>
          <p:cNvSpPr/>
          <p:nvPr/>
        </p:nvSpPr>
        <p:spPr>
          <a:xfrm>
            <a:off x="5303520" y="0"/>
            <a:ext cx="9144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Rectangle 332"/>
          <p:cNvSpPr/>
          <p:nvPr/>
        </p:nvSpPr>
        <p:spPr>
          <a:xfrm>
            <a:off x="0" y="137160"/>
            <a:ext cx="12191695" cy="548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Rectangle 333"/>
          <p:cNvSpPr/>
          <p:nvPr/>
        </p:nvSpPr>
        <p:spPr>
          <a:xfrm>
            <a:off x="0" y="978408"/>
            <a:ext cx="12191695" cy="548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Rectangle 334"/>
          <p:cNvSpPr/>
          <p:nvPr/>
        </p:nvSpPr>
        <p:spPr>
          <a:xfrm>
            <a:off x="0" y="1819656"/>
            <a:ext cx="12191695" cy="548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Rectangle 335"/>
          <p:cNvSpPr/>
          <p:nvPr/>
        </p:nvSpPr>
        <p:spPr>
          <a:xfrm>
            <a:off x="0" y="2660904"/>
            <a:ext cx="12191695" cy="548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Rectangle 336"/>
          <p:cNvSpPr/>
          <p:nvPr/>
        </p:nvSpPr>
        <p:spPr>
          <a:xfrm>
            <a:off x="0" y="3502152"/>
            <a:ext cx="12191695" cy="548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Rectangle 337"/>
          <p:cNvSpPr/>
          <p:nvPr/>
        </p:nvSpPr>
        <p:spPr>
          <a:xfrm>
            <a:off x="0" y="4343400"/>
            <a:ext cx="12191695" cy="548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Rectangle 338"/>
          <p:cNvSpPr/>
          <p:nvPr/>
        </p:nvSpPr>
        <p:spPr>
          <a:xfrm>
            <a:off x="0" y="5184648"/>
            <a:ext cx="12191695" cy="548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Rectangle 339"/>
          <p:cNvSpPr/>
          <p:nvPr/>
        </p:nvSpPr>
        <p:spPr>
          <a:xfrm>
            <a:off x="0" y="6025896"/>
            <a:ext cx="12191695" cy="548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Oval 340"/>
          <p:cNvSpPr/>
          <p:nvPr/>
        </p:nvSpPr>
        <p:spPr>
          <a:xfrm>
            <a:off x="4835217" y="1361247"/>
            <a:ext cx="94339" cy="94339"/>
          </a:xfrm>
          <a:prstGeom prst="ellipse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Oval 341"/>
          <p:cNvSpPr/>
          <p:nvPr/>
        </p:nvSpPr>
        <p:spPr>
          <a:xfrm>
            <a:off x="6347216" y="4515070"/>
            <a:ext cx="91141" cy="91141"/>
          </a:xfrm>
          <a:prstGeom prst="ellipse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Oval 342"/>
          <p:cNvSpPr/>
          <p:nvPr/>
        </p:nvSpPr>
        <p:spPr>
          <a:xfrm>
            <a:off x="1768894" y="6349443"/>
            <a:ext cx="44408" cy="44408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Oval 343"/>
          <p:cNvSpPr/>
          <p:nvPr/>
        </p:nvSpPr>
        <p:spPr>
          <a:xfrm>
            <a:off x="5353617" y="2195498"/>
            <a:ext cx="64476" cy="64476"/>
          </a:xfrm>
          <a:prstGeom prst="ellipse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Oval 344"/>
          <p:cNvSpPr/>
          <p:nvPr/>
        </p:nvSpPr>
        <p:spPr>
          <a:xfrm>
            <a:off x="1585861" y="5312615"/>
            <a:ext cx="58162" cy="58162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Oval 345"/>
          <p:cNvSpPr/>
          <p:nvPr/>
        </p:nvSpPr>
        <p:spPr>
          <a:xfrm>
            <a:off x="5370210" y="1419817"/>
            <a:ext cx="47888" cy="47888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Oval 346"/>
          <p:cNvSpPr/>
          <p:nvPr/>
        </p:nvSpPr>
        <p:spPr>
          <a:xfrm>
            <a:off x="11604956" y="4210089"/>
            <a:ext cx="97515" cy="97515"/>
          </a:xfrm>
          <a:prstGeom prst="ellipse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Oval 347"/>
          <p:cNvSpPr/>
          <p:nvPr/>
        </p:nvSpPr>
        <p:spPr>
          <a:xfrm>
            <a:off x="9726414" y="4568740"/>
            <a:ext cx="69334" cy="69334"/>
          </a:xfrm>
          <a:prstGeom prst="ellipse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Oval 348"/>
          <p:cNvSpPr/>
          <p:nvPr/>
        </p:nvSpPr>
        <p:spPr>
          <a:xfrm>
            <a:off x="974463" y="1096331"/>
            <a:ext cx="37450" cy="3745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Oval 349"/>
          <p:cNvSpPr/>
          <p:nvPr/>
        </p:nvSpPr>
        <p:spPr>
          <a:xfrm>
            <a:off x="10439447" y="4646868"/>
            <a:ext cx="77961" cy="77961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Oval 350"/>
          <p:cNvSpPr/>
          <p:nvPr/>
        </p:nvSpPr>
        <p:spPr>
          <a:xfrm>
            <a:off x="6668467" y="713150"/>
            <a:ext cx="54870" cy="54870"/>
          </a:xfrm>
          <a:prstGeom prst="ellipse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Oval 351"/>
          <p:cNvSpPr/>
          <p:nvPr/>
        </p:nvSpPr>
        <p:spPr>
          <a:xfrm>
            <a:off x="11603437" y="2455060"/>
            <a:ext cx="38153" cy="38153"/>
          </a:xfrm>
          <a:prstGeom prst="ellipse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Oval 352"/>
          <p:cNvSpPr/>
          <p:nvPr/>
        </p:nvSpPr>
        <p:spPr>
          <a:xfrm>
            <a:off x="6860823" y="3934604"/>
            <a:ext cx="75416" cy="75416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Oval 353"/>
          <p:cNvSpPr/>
          <p:nvPr/>
        </p:nvSpPr>
        <p:spPr>
          <a:xfrm>
            <a:off x="3831632" y="2853451"/>
            <a:ext cx="84921" cy="84921"/>
          </a:xfrm>
          <a:prstGeom prst="ellipse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Oval 354"/>
          <p:cNvSpPr/>
          <p:nvPr/>
        </p:nvSpPr>
        <p:spPr>
          <a:xfrm>
            <a:off x="5750328" y="4098430"/>
            <a:ext cx="98027" cy="98027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Oval 355"/>
          <p:cNvSpPr/>
          <p:nvPr/>
        </p:nvSpPr>
        <p:spPr>
          <a:xfrm>
            <a:off x="9803789" y="397143"/>
            <a:ext cx="57201" cy="57201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Oval 356"/>
          <p:cNvSpPr/>
          <p:nvPr/>
        </p:nvSpPr>
        <p:spPr>
          <a:xfrm>
            <a:off x="5447626" y="4969001"/>
            <a:ext cx="81875" cy="81875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Oval 357"/>
          <p:cNvSpPr/>
          <p:nvPr/>
        </p:nvSpPr>
        <p:spPr>
          <a:xfrm>
            <a:off x="8872455" y="1060573"/>
            <a:ext cx="59183" cy="59183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Oval 358"/>
          <p:cNvSpPr/>
          <p:nvPr/>
        </p:nvSpPr>
        <p:spPr>
          <a:xfrm>
            <a:off x="8934753" y="2895632"/>
            <a:ext cx="66810" cy="6681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Oval 359"/>
          <p:cNvSpPr/>
          <p:nvPr/>
        </p:nvSpPr>
        <p:spPr>
          <a:xfrm>
            <a:off x="718963" y="6269433"/>
            <a:ext cx="97109" cy="97109"/>
          </a:xfrm>
          <a:prstGeom prst="ellipse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Oval 360"/>
          <p:cNvSpPr/>
          <p:nvPr/>
        </p:nvSpPr>
        <p:spPr>
          <a:xfrm>
            <a:off x="8870331" y="5019754"/>
            <a:ext cx="67484" cy="67484"/>
          </a:xfrm>
          <a:prstGeom prst="ellipse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Oval 361"/>
          <p:cNvSpPr/>
          <p:nvPr/>
        </p:nvSpPr>
        <p:spPr>
          <a:xfrm>
            <a:off x="1235623" y="4509817"/>
            <a:ext cx="70418" cy="70418"/>
          </a:xfrm>
          <a:prstGeom prst="ellipse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Oval 362"/>
          <p:cNvSpPr/>
          <p:nvPr/>
        </p:nvSpPr>
        <p:spPr>
          <a:xfrm>
            <a:off x="2404733" y="4806135"/>
            <a:ext cx="39306" cy="39306"/>
          </a:xfrm>
          <a:prstGeom prst="ellipse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Oval 363"/>
          <p:cNvSpPr/>
          <p:nvPr/>
        </p:nvSpPr>
        <p:spPr>
          <a:xfrm>
            <a:off x="2518251" y="2610412"/>
            <a:ext cx="75306" cy="75306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Oval 364"/>
          <p:cNvSpPr/>
          <p:nvPr/>
        </p:nvSpPr>
        <p:spPr>
          <a:xfrm>
            <a:off x="6375392" y="2664231"/>
            <a:ext cx="80753" cy="80753"/>
          </a:xfrm>
          <a:prstGeom prst="ellipse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Oval 365"/>
          <p:cNvSpPr/>
          <p:nvPr/>
        </p:nvSpPr>
        <p:spPr>
          <a:xfrm>
            <a:off x="3069473" y="5571498"/>
            <a:ext cx="38829" cy="38829"/>
          </a:xfrm>
          <a:prstGeom prst="ellipse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Oval 366"/>
          <p:cNvSpPr/>
          <p:nvPr/>
        </p:nvSpPr>
        <p:spPr>
          <a:xfrm>
            <a:off x="11772815" y="2672299"/>
            <a:ext cx="60213" cy="60213"/>
          </a:xfrm>
          <a:prstGeom prst="ellipse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Oval 367"/>
          <p:cNvSpPr/>
          <p:nvPr/>
        </p:nvSpPr>
        <p:spPr>
          <a:xfrm>
            <a:off x="10318903" y="3573868"/>
            <a:ext cx="74940" cy="749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Rectangle 368"/>
          <p:cNvSpPr/>
          <p:nvPr/>
        </p:nvSpPr>
        <p:spPr>
          <a:xfrm>
            <a:off x="137160" y="137160"/>
            <a:ext cx="347472" cy="4114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Rectangle 369"/>
          <p:cNvSpPr/>
          <p:nvPr/>
        </p:nvSpPr>
        <p:spPr>
          <a:xfrm>
            <a:off x="137160" y="137160"/>
            <a:ext cx="41148" cy="3474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Rectangle 370"/>
          <p:cNvSpPr/>
          <p:nvPr/>
        </p:nvSpPr>
        <p:spPr>
          <a:xfrm>
            <a:off x="11707063" y="137160"/>
            <a:ext cx="347472" cy="41148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Rectangle 371"/>
          <p:cNvSpPr/>
          <p:nvPr/>
        </p:nvSpPr>
        <p:spPr>
          <a:xfrm>
            <a:off x="12013387" y="137160"/>
            <a:ext cx="41148" cy="347472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Rectangle 372"/>
          <p:cNvSpPr/>
          <p:nvPr/>
        </p:nvSpPr>
        <p:spPr>
          <a:xfrm>
            <a:off x="137160" y="6679692"/>
            <a:ext cx="347472" cy="41148"/>
          </a:xfrm>
          <a:prstGeom prst="rect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Rectangle 373"/>
          <p:cNvSpPr/>
          <p:nvPr/>
        </p:nvSpPr>
        <p:spPr>
          <a:xfrm>
            <a:off x="137160" y="6373368"/>
            <a:ext cx="41148" cy="347472"/>
          </a:xfrm>
          <a:prstGeom prst="rect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Rectangle 374"/>
          <p:cNvSpPr/>
          <p:nvPr/>
        </p:nvSpPr>
        <p:spPr>
          <a:xfrm>
            <a:off x="11707063" y="6679692"/>
            <a:ext cx="347472" cy="4114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Rectangle 375"/>
          <p:cNvSpPr/>
          <p:nvPr/>
        </p:nvSpPr>
        <p:spPr>
          <a:xfrm>
            <a:off x="12013387" y="6373368"/>
            <a:ext cx="41148" cy="3474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Rectangle 376"/>
          <p:cNvSpPr/>
          <p:nvPr/>
        </p:nvSpPr>
        <p:spPr>
          <a:xfrm>
            <a:off x="54864" y="54864"/>
            <a:ext cx="12081967" cy="2286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Rectangle 377"/>
          <p:cNvSpPr/>
          <p:nvPr/>
        </p:nvSpPr>
        <p:spPr>
          <a:xfrm>
            <a:off x="54864" y="6780276"/>
            <a:ext cx="12081967" cy="2286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Rectangle 378"/>
          <p:cNvSpPr/>
          <p:nvPr/>
        </p:nvSpPr>
        <p:spPr>
          <a:xfrm>
            <a:off x="54864" y="54864"/>
            <a:ext cx="22860" cy="6748272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Rectangle 379"/>
          <p:cNvSpPr/>
          <p:nvPr/>
        </p:nvSpPr>
        <p:spPr>
          <a:xfrm>
            <a:off x="12113971" y="54864"/>
            <a:ext cx="22860" cy="6748272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Rectangle 380"/>
          <p:cNvSpPr/>
          <p:nvPr/>
        </p:nvSpPr>
        <p:spPr>
          <a:xfrm>
            <a:off x="82296" y="82296"/>
            <a:ext cx="12027103" cy="16459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Rectangle 381"/>
          <p:cNvSpPr/>
          <p:nvPr/>
        </p:nvSpPr>
        <p:spPr>
          <a:xfrm>
            <a:off x="82296" y="6759245"/>
            <a:ext cx="12027103" cy="16459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Rectangle 382"/>
          <p:cNvSpPr/>
          <p:nvPr/>
        </p:nvSpPr>
        <p:spPr>
          <a:xfrm>
            <a:off x="109728" y="109728"/>
            <a:ext cx="11972239" cy="109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Rectangle 383"/>
          <p:cNvSpPr/>
          <p:nvPr/>
        </p:nvSpPr>
        <p:spPr>
          <a:xfrm>
            <a:off x="109728" y="6737300"/>
            <a:ext cx="11972239" cy="109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Rectangle 384"/>
          <p:cNvSpPr/>
          <p:nvPr/>
        </p:nvSpPr>
        <p:spPr>
          <a:xfrm>
            <a:off x="109728" y="109728"/>
            <a:ext cx="10972" cy="663854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Rectangle 385"/>
          <p:cNvSpPr/>
          <p:nvPr/>
        </p:nvSpPr>
        <p:spPr>
          <a:xfrm>
            <a:off x="12070995" y="109728"/>
            <a:ext cx="10972" cy="663854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Rectangle 386"/>
          <p:cNvSpPr/>
          <p:nvPr/>
        </p:nvSpPr>
        <p:spPr>
          <a:xfrm>
            <a:off x="457200" y="365760"/>
            <a:ext cx="109728" cy="82296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Rectangle 387"/>
          <p:cNvSpPr/>
          <p:nvPr/>
        </p:nvSpPr>
        <p:spPr>
          <a:xfrm>
            <a:off x="566928" y="365760"/>
            <a:ext cx="36576" cy="822960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TextBox 388"/>
          <p:cNvSpPr txBox="1"/>
          <p:nvPr/>
        </p:nvSpPr>
        <p:spPr>
          <a:xfrm>
            <a:off x="713232" y="38404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00E5FF"/>
                </a:solidFill>
                <a:latin typeface="Microsoft YaHei"/>
              </a:rPr>
              <a:t>◢</a:t>
            </a:r>
          </a:p>
        </p:txBody>
      </p:sp>
      <p:sp>
        <p:nvSpPr>
          <p:cNvPr id="390" name="TextBox 389"/>
          <p:cNvSpPr txBox="1"/>
          <p:nvPr/>
        </p:nvSpPr>
        <p:spPr>
          <a:xfrm>
            <a:off x="1143000" y="347472"/>
            <a:ext cx="100584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200" b="1">
                <a:solidFill>
                  <a:srgbClr val="FFFFFF"/>
                </a:solidFill>
                <a:latin typeface="Microsoft YaHei"/>
              </a:rPr>
              <a:t>版本演进：v1.0 跃迁 v2.67</a:t>
            </a:r>
          </a:p>
        </p:txBody>
      </p:sp>
      <p:sp>
        <p:nvSpPr>
          <p:cNvPr id="391" name="TextBox 390"/>
          <p:cNvSpPr txBox="1"/>
          <p:nvPr/>
        </p:nvSpPr>
        <p:spPr>
          <a:xfrm>
            <a:off x="1143000" y="932688"/>
            <a:ext cx="100584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00E5FF"/>
                </a:solidFill>
                <a:latin typeface="Microsoft YaHei"/>
              </a:rPr>
              <a:t>评分 62 → 97 · 链上存证驱动永续优化</a:t>
            </a:r>
          </a:p>
        </p:txBody>
      </p:sp>
      <p:sp>
        <p:nvSpPr>
          <p:cNvPr id="392" name="Rectangle 391"/>
          <p:cNvSpPr/>
          <p:nvPr/>
        </p:nvSpPr>
        <p:spPr>
          <a:xfrm>
            <a:off x="1143000" y="1298448"/>
            <a:ext cx="3200400" cy="2743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Rectangle 392"/>
          <p:cNvSpPr/>
          <p:nvPr/>
        </p:nvSpPr>
        <p:spPr>
          <a:xfrm>
            <a:off x="4343400" y="1298448"/>
            <a:ext cx="2286000" cy="27432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Rectangle 393"/>
          <p:cNvSpPr/>
          <p:nvPr/>
        </p:nvSpPr>
        <p:spPr>
          <a:xfrm>
            <a:off x="6629400" y="1298448"/>
            <a:ext cx="1828800" cy="27432"/>
          </a:xfrm>
          <a:prstGeom prst="rect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Rectangle 394"/>
          <p:cNvSpPr/>
          <p:nvPr/>
        </p:nvSpPr>
        <p:spPr>
          <a:xfrm>
            <a:off x="8458200" y="1298448"/>
            <a:ext cx="1645920" cy="27432"/>
          </a:xfrm>
          <a:prstGeom prst="rect">
            <a:avLst/>
          </a:prstGeom>
          <a:solidFill>
            <a:srgbClr val="F5B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Rectangle 395"/>
          <p:cNvSpPr/>
          <p:nvPr/>
        </p:nvSpPr>
        <p:spPr>
          <a:xfrm>
            <a:off x="10104120" y="1298448"/>
            <a:ext cx="1097280" cy="2743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Rectangle 396"/>
          <p:cNvSpPr/>
          <p:nvPr/>
        </p:nvSpPr>
        <p:spPr>
          <a:xfrm>
            <a:off x="1097280" y="347472"/>
            <a:ext cx="10515600" cy="987552"/>
          </a:xfrm>
          <a:prstGeom prst="rect">
            <a:avLst/>
          </a:prstGeom>
          <a:solidFill>
            <a:srgbClr val="1A0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Oval 397"/>
          <p:cNvSpPr/>
          <p:nvPr/>
        </p:nvSpPr>
        <p:spPr>
          <a:xfrm>
            <a:off x="11247120" y="274320"/>
            <a:ext cx="640080" cy="64008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Oval 398"/>
          <p:cNvSpPr/>
          <p:nvPr/>
        </p:nvSpPr>
        <p:spPr>
          <a:xfrm>
            <a:off x="11292840" y="320040"/>
            <a:ext cx="548640" cy="548640"/>
          </a:xfrm>
          <a:prstGeom prst="ellipse">
            <a:avLst/>
          </a:prstGeom>
          <a:solidFill>
            <a:srgbClr val="1A0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TextBox 399"/>
          <p:cNvSpPr txBox="1"/>
          <p:nvPr/>
        </p:nvSpPr>
        <p:spPr>
          <a:xfrm>
            <a:off x="11247120" y="320040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2000" b="1">
                <a:solidFill>
                  <a:srgbClr val="00E5FF"/>
                </a:solidFill>
                <a:latin typeface="Microsoft YaHei"/>
              </a:rPr>
              <a:t>10</a:t>
            </a:r>
          </a:p>
        </p:txBody>
      </p:sp>
      <p:sp>
        <p:nvSpPr>
          <p:cNvPr id="401" name="Rectangle 400"/>
          <p:cNvSpPr/>
          <p:nvPr/>
        </p:nvSpPr>
        <p:spPr>
          <a:xfrm>
            <a:off x="731520" y="4114800"/>
            <a:ext cx="10881360" cy="36576"/>
          </a:xfrm>
          <a:prstGeom prst="rect">
            <a:avLst/>
          </a:prstGeom>
          <a:solidFill>
            <a:srgbClr val="F5B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Oval 401"/>
          <p:cNvSpPr/>
          <p:nvPr/>
        </p:nvSpPr>
        <p:spPr>
          <a:xfrm>
            <a:off x="1473708" y="3968496"/>
            <a:ext cx="329184" cy="329184"/>
          </a:xfrm>
          <a:prstGeom prst="ellipse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TextBox 402"/>
          <p:cNvSpPr txBox="1"/>
          <p:nvPr/>
        </p:nvSpPr>
        <p:spPr>
          <a:xfrm>
            <a:off x="731520" y="3200400"/>
            <a:ext cx="1813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1">
                <a:solidFill>
                  <a:srgbClr val="E53E3E"/>
                </a:solidFill>
                <a:latin typeface="Microsoft YaHei"/>
              </a:rPr>
              <a:t>v1.0</a:t>
            </a:r>
          </a:p>
        </p:txBody>
      </p:sp>
      <p:sp>
        <p:nvSpPr>
          <p:cNvPr id="404" name="TextBox 403"/>
          <p:cNvSpPr txBox="1"/>
          <p:nvPr/>
        </p:nvSpPr>
        <p:spPr>
          <a:xfrm>
            <a:off x="731520" y="3520440"/>
            <a:ext cx="1813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>
                <a:solidFill>
                  <a:srgbClr val="9AA5B5"/>
                </a:solidFill>
                <a:latin typeface="Microsoft YaHei"/>
              </a:rPr>
              <a:t>06月</a:t>
            </a:r>
          </a:p>
        </p:txBody>
      </p:sp>
      <p:sp>
        <p:nvSpPr>
          <p:cNvPr id="405" name="TextBox 404"/>
          <p:cNvSpPr txBox="1"/>
          <p:nvPr/>
        </p:nvSpPr>
        <p:spPr>
          <a:xfrm>
            <a:off x="731520" y="4572000"/>
            <a:ext cx="1813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>
                <a:solidFill>
                  <a:srgbClr val="E8EEF7"/>
                </a:solidFill>
                <a:latin typeface="Microsoft YaHei"/>
              </a:rPr>
              <a:t>项目启动，单智能体原型</a:t>
            </a:r>
          </a:p>
        </p:txBody>
      </p:sp>
      <p:sp>
        <p:nvSpPr>
          <p:cNvPr id="406" name="TextBox 405"/>
          <p:cNvSpPr txBox="1"/>
          <p:nvPr/>
        </p:nvSpPr>
        <p:spPr>
          <a:xfrm>
            <a:off x="731520" y="5577840"/>
            <a:ext cx="1813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1">
                <a:solidFill>
                  <a:srgbClr val="E53E3E"/>
                </a:solidFill>
                <a:latin typeface="Microsoft YaHei"/>
              </a:rPr>
              <a:t>评分 62</a:t>
            </a:r>
          </a:p>
        </p:txBody>
      </p:sp>
      <p:sp>
        <p:nvSpPr>
          <p:cNvPr id="407" name="Oval 406"/>
          <p:cNvSpPr/>
          <p:nvPr/>
        </p:nvSpPr>
        <p:spPr>
          <a:xfrm>
            <a:off x="3287268" y="3968496"/>
            <a:ext cx="329184" cy="329184"/>
          </a:xfrm>
          <a:prstGeom prst="ellipse">
            <a:avLst/>
          </a:prstGeom>
          <a:solidFill>
            <a:srgbClr val="F5B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" name="TextBox 407"/>
          <p:cNvSpPr txBox="1"/>
          <p:nvPr/>
        </p:nvSpPr>
        <p:spPr>
          <a:xfrm>
            <a:off x="2545080" y="3200400"/>
            <a:ext cx="1813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1">
                <a:solidFill>
                  <a:srgbClr val="F5B642"/>
                </a:solidFill>
                <a:latin typeface="Microsoft YaHei"/>
              </a:rPr>
              <a:t>v1.5</a:t>
            </a:r>
          </a:p>
        </p:txBody>
      </p:sp>
      <p:sp>
        <p:nvSpPr>
          <p:cNvPr id="409" name="TextBox 408"/>
          <p:cNvSpPr txBox="1"/>
          <p:nvPr/>
        </p:nvSpPr>
        <p:spPr>
          <a:xfrm>
            <a:off x="2545080" y="3520440"/>
            <a:ext cx="1813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>
                <a:solidFill>
                  <a:srgbClr val="9AA5B5"/>
                </a:solidFill>
                <a:latin typeface="Microsoft YaHei"/>
              </a:rPr>
              <a:t>07月</a:t>
            </a:r>
          </a:p>
        </p:txBody>
      </p:sp>
      <p:sp>
        <p:nvSpPr>
          <p:cNvPr id="410" name="TextBox 409"/>
          <p:cNvSpPr txBox="1"/>
          <p:nvPr/>
        </p:nvSpPr>
        <p:spPr>
          <a:xfrm>
            <a:off x="2545080" y="4572000"/>
            <a:ext cx="1813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>
                <a:solidFill>
                  <a:srgbClr val="E8EEF7"/>
                </a:solidFill>
                <a:latin typeface="Microsoft YaHei"/>
              </a:rPr>
              <a:t>五维评分体系上线</a:t>
            </a:r>
          </a:p>
        </p:txBody>
      </p:sp>
      <p:sp>
        <p:nvSpPr>
          <p:cNvPr id="411" name="TextBox 410"/>
          <p:cNvSpPr txBox="1"/>
          <p:nvPr/>
        </p:nvSpPr>
        <p:spPr>
          <a:xfrm>
            <a:off x="2545080" y="5577840"/>
            <a:ext cx="1813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1">
                <a:solidFill>
                  <a:srgbClr val="F5B642"/>
                </a:solidFill>
                <a:latin typeface="Microsoft YaHei"/>
              </a:rPr>
              <a:t>评分 75</a:t>
            </a:r>
          </a:p>
        </p:txBody>
      </p:sp>
      <p:sp>
        <p:nvSpPr>
          <p:cNvPr id="412" name="Oval 411"/>
          <p:cNvSpPr/>
          <p:nvPr/>
        </p:nvSpPr>
        <p:spPr>
          <a:xfrm>
            <a:off x="5100828" y="3968496"/>
            <a:ext cx="329184" cy="329184"/>
          </a:xfrm>
          <a:prstGeom prst="ellips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TextBox 412"/>
          <p:cNvSpPr txBox="1"/>
          <p:nvPr/>
        </p:nvSpPr>
        <p:spPr>
          <a:xfrm>
            <a:off x="4358640" y="3200400"/>
            <a:ext cx="1813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1">
                <a:solidFill>
                  <a:srgbClr val="4FC3F7"/>
                </a:solidFill>
                <a:latin typeface="Microsoft YaHei"/>
              </a:rPr>
              <a:t>v2.0</a:t>
            </a:r>
          </a:p>
        </p:txBody>
      </p:sp>
      <p:sp>
        <p:nvSpPr>
          <p:cNvPr id="414" name="TextBox 413"/>
          <p:cNvSpPr txBox="1"/>
          <p:nvPr/>
        </p:nvSpPr>
        <p:spPr>
          <a:xfrm>
            <a:off x="4358640" y="3520440"/>
            <a:ext cx="1813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>
                <a:solidFill>
                  <a:srgbClr val="9AA5B5"/>
                </a:solidFill>
                <a:latin typeface="Microsoft YaHei"/>
              </a:rPr>
              <a:t>08月</a:t>
            </a:r>
          </a:p>
        </p:txBody>
      </p:sp>
      <p:sp>
        <p:nvSpPr>
          <p:cNvPr id="415" name="TextBox 414"/>
          <p:cNvSpPr txBox="1"/>
          <p:nvPr/>
        </p:nvSpPr>
        <p:spPr>
          <a:xfrm>
            <a:off x="4358640" y="4572000"/>
            <a:ext cx="1813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>
                <a:solidFill>
                  <a:srgbClr val="E8EEF7"/>
                </a:solidFill>
                <a:latin typeface="Microsoft YaHei"/>
              </a:rPr>
              <a:t>Solidity 存证合约部署主网</a:t>
            </a:r>
          </a:p>
        </p:txBody>
      </p:sp>
      <p:sp>
        <p:nvSpPr>
          <p:cNvPr id="416" name="TextBox 415"/>
          <p:cNvSpPr txBox="1"/>
          <p:nvPr/>
        </p:nvSpPr>
        <p:spPr>
          <a:xfrm>
            <a:off x="4358640" y="5577840"/>
            <a:ext cx="1813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1">
                <a:solidFill>
                  <a:srgbClr val="4FC3F7"/>
                </a:solidFill>
                <a:latin typeface="Microsoft YaHei"/>
              </a:rPr>
              <a:t>评分 82</a:t>
            </a:r>
          </a:p>
        </p:txBody>
      </p:sp>
      <p:sp>
        <p:nvSpPr>
          <p:cNvPr id="417" name="Oval 416"/>
          <p:cNvSpPr/>
          <p:nvPr/>
        </p:nvSpPr>
        <p:spPr>
          <a:xfrm>
            <a:off x="6914388" y="3968496"/>
            <a:ext cx="329184" cy="329184"/>
          </a:xfrm>
          <a:prstGeom prst="ellipse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TextBox 417"/>
          <p:cNvSpPr txBox="1"/>
          <p:nvPr/>
        </p:nvSpPr>
        <p:spPr>
          <a:xfrm>
            <a:off x="6172200" y="3200400"/>
            <a:ext cx="1813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1">
                <a:solidFill>
                  <a:srgbClr val="9C27B0"/>
                </a:solidFill>
                <a:latin typeface="Microsoft YaHei"/>
              </a:rPr>
              <a:t>v2.3</a:t>
            </a:r>
          </a:p>
        </p:txBody>
      </p:sp>
      <p:sp>
        <p:nvSpPr>
          <p:cNvPr id="419" name="TextBox 418"/>
          <p:cNvSpPr txBox="1"/>
          <p:nvPr/>
        </p:nvSpPr>
        <p:spPr>
          <a:xfrm>
            <a:off x="6172200" y="3520440"/>
            <a:ext cx="1813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>
                <a:solidFill>
                  <a:srgbClr val="9AA5B5"/>
                </a:solidFill>
                <a:latin typeface="Microsoft YaHei"/>
              </a:rPr>
              <a:t>08月</a:t>
            </a:r>
          </a:p>
        </p:txBody>
      </p:sp>
      <p:sp>
        <p:nvSpPr>
          <p:cNvPr id="420" name="TextBox 419"/>
          <p:cNvSpPr txBox="1"/>
          <p:nvPr/>
        </p:nvSpPr>
        <p:spPr>
          <a:xfrm>
            <a:off x="6172200" y="4572000"/>
            <a:ext cx="1813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>
                <a:solidFill>
                  <a:srgbClr val="E8EEF7"/>
                </a:solidFill>
                <a:latin typeface="Microsoft YaHei"/>
              </a:rPr>
              <a:t>Vue Flow 可视化编排</a:t>
            </a:r>
          </a:p>
        </p:txBody>
      </p:sp>
      <p:sp>
        <p:nvSpPr>
          <p:cNvPr id="421" name="TextBox 420"/>
          <p:cNvSpPr txBox="1"/>
          <p:nvPr/>
        </p:nvSpPr>
        <p:spPr>
          <a:xfrm>
            <a:off x="6172200" y="5577840"/>
            <a:ext cx="1813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1">
                <a:solidFill>
                  <a:srgbClr val="9C27B0"/>
                </a:solidFill>
                <a:latin typeface="Microsoft YaHei"/>
              </a:rPr>
              <a:t>评分 86</a:t>
            </a:r>
          </a:p>
        </p:txBody>
      </p:sp>
      <p:sp>
        <p:nvSpPr>
          <p:cNvPr id="422" name="Oval 421"/>
          <p:cNvSpPr/>
          <p:nvPr/>
        </p:nvSpPr>
        <p:spPr>
          <a:xfrm>
            <a:off x="8727948" y="3968496"/>
            <a:ext cx="329184" cy="329184"/>
          </a:xfrm>
          <a:prstGeom prst="ellipse">
            <a:avLst/>
          </a:prstGeom>
          <a:solidFill>
            <a:srgbClr val="F5B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" name="TextBox 422"/>
          <p:cNvSpPr txBox="1"/>
          <p:nvPr/>
        </p:nvSpPr>
        <p:spPr>
          <a:xfrm>
            <a:off x="7985760" y="3200400"/>
            <a:ext cx="1813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1">
                <a:solidFill>
                  <a:srgbClr val="F5B642"/>
                </a:solidFill>
                <a:latin typeface="Microsoft YaHei"/>
              </a:rPr>
              <a:t>v2.5</a:t>
            </a:r>
          </a:p>
        </p:txBody>
      </p:sp>
      <p:sp>
        <p:nvSpPr>
          <p:cNvPr id="424" name="TextBox 423"/>
          <p:cNvSpPr txBox="1"/>
          <p:nvPr/>
        </p:nvSpPr>
        <p:spPr>
          <a:xfrm>
            <a:off x="7985760" y="3520440"/>
            <a:ext cx="1813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>
                <a:solidFill>
                  <a:srgbClr val="9AA5B5"/>
                </a:solidFill>
                <a:latin typeface="Microsoft YaHei"/>
              </a:rPr>
              <a:t>09月</a:t>
            </a:r>
          </a:p>
        </p:txBody>
      </p:sp>
      <p:sp>
        <p:nvSpPr>
          <p:cNvPr id="425" name="TextBox 424"/>
          <p:cNvSpPr txBox="1"/>
          <p:nvPr/>
        </p:nvSpPr>
        <p:spPr>
          <a:xfrm>
            <a:off x="7985760" y="4572000"/>
            <a:ext cx="1813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>
                <a:solidFill>
                  <a:srgbClr val="E8EEF7"/>
                </a:solidFill>
                <a:latin typeface="Microsoft YaHei"/>
              </a:rPr>
              <a:t>模板市场 30+13</a:t>
            </a:r>
          </a:p>
        </p:txBody>
      </p:sp>
      <p:sp>
        <p:nvSpPr>
          <p:cNvPr id="426" name="TextBox 425"/>
          <p:cNvSpPr txBox="1"/>
          <p:nvPr/>
        </p:nvSpPr>
        <p:spPr>
          <a:xfrm>
            <a:off x="7985760" y="5577840"/>
            <a:ext cx="1813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1">
                <a:solidFill>
                  <a:srgbClr val="F5B642"/>
                </a:solidFill>
                <a:latin typeface="Microsoft YaHei"/>
              </a:rPr>
              <a:t>评分 91</a:t>
            </a:r>
          </a:p>
        </p:txBody>
      </p:sp>
      <p:sp>
        <p:nvSpPr>
          <p:cNvPr id="427" name="Oval 426"/>
          <p:cNvSpPr/>
          <p:nvPr/>
        </p:nvSpPr>
        <p:spPr>
          <a:xfrm>
            <a:off x="10541508" y="3968496"/>
            <a:ext cx="329184" cy="329184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" name="TextBox 427"/>
          <p:cNvSpPr txBox="1"/>
          <p:nvPr/>
        </p:nvSpPr>
        <p:spPr>
          <a:xfrm>
            <a:off x="9799320" y="3200400"/>
            <a:ext cx="1813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1">
                <a:solidFill>
                  <a:srgbClr val="4CAF50"/>
                </a:solidFill>
                <a:latin typeface="Microsoft YaHei"/>
              </a:rPr>
              <a:t>v2.67</a:t>
            </a:r>
          </a:p>
        </p:txBody>
      </p:sp>
      <p:sp>
        <p:nvSpPr>
          <p:cNvPr id="429" name="TextBox 428"/>
          <p:cNvSpPr txBox="1"/>
          <p:nvPr/>
        </p:nvSpPr>
        <p:spPr>
          <a:xfrm>
            <a:off x="9799320" y="3520440"/>
            <a:ext cx="1813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>
                <a:solidFill>
                  <a:srgbClr val="9AA5B5"/>
                </a:solidFill>
                <a:latin typeface="Microsoft YaHei"/>
              </a:rPr>
              <a:t>10月</a:t>
            </a:r>
          </a:p>
        </p:txBody>
      </p:sp>
      <p:sp>
        <p:nvSpPr>
          <p:cNvPr id="430" name="TextBox 429"/>
          <p:cNvSpPr txBox="1"/>
          <p:nvPr/>
        </p:nvSpPr>
        <p:spPr>
          <a:xfrm>
            <a:off x="9799320" y="4572000"/>
            <a:ext cx="1813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>
                <a:solidFill>
                  <a:srgbClr val="E8EEF7"/>
                </a:solidFill>
                <a:latin typeface="Microsoft YaHei"/>
              </a:rPr>
              <a:t>闭环打磨，稳定性 99.2%</a:t>
            </a:r>
          </a:p>
        </p:txBody>
      </p:sp>
      <p:sp>
        <p:nvSpPr>
          <p:cNvPr id="431" name="TextBox 430"/>
          <p:cNvSpPr txBox="1"/>
          <p:nvPr/>
        </p:nvSpPr>
        <p:spPr>
          <a:xfrm>
            <a:off x="9799320" y="5577840"/>
            <a:ext cx="1813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1">
                <a:solidFill>
                  <a:srgbClr val="4CAF50"/>
                </a:solidFill>
                <a:latin typeface="Microsoft YaHei"/>
              </a:rPr>
              <a:t>评分 97</a:t>
            </a:r>
          </a:p>
        </p:txBody>
      </p:sp>
      <p:pic>
        <p:nvPicPr>
          <p:cNvPr id="432" name="Picture 43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10881360" cy="1554480"/>
          </a:xfrm>
          <a:prstGeom prst="rect">
            <a:avLst/>
          </a:prstGeom>
        </p:spPr>
      </p:pic>
      <p:sp>
        <p:nvSpPr>
          <p:cNvPr id="433" name="Rectangle 432"/>
          <p:cNvSpPr/>
          <p:nvPr/>
        </p:nvSpPr>
        <p:spPr>
          <a:xfrm>
            <a:off x="0" y="6565392"/>
            <a:ext cx="12191695" cy="45720"/>
          </a:xfrm>
          <a:prstGeom prst="rect">
            <a:avLst/>
          </a:prstGeom>
          <a:solidFill>
            <a:srgbClr val="1A0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" name="Rectangle 433"/>
          <p:cNvSpPr/>
          <p:nvPr/>
        </p:nvSpPr>
        <p:spPr>
          <a:xfrm>
            <a:off x="0" y="6565392"/>
            <a:ext cx="8127796" cy="457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" name="Rectangle 434"/>
          <p:cNvSpPr/>
          <p:nvPr/>
        </p:nvSpPr>
        <p:spPr>
          <a:xfrm>
            <a:off x="0" y="6551676"/>
            <a:ext cx="8127796" cy="109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" name="Oval 435"/>
          <p:cNvSpPr/>
          <p:nvPr/>
        </p:nvSpPr>
        <p:spPr>
          <a:xfrm>
            <a:off x="457200" y="6693408"/>
            <a:ext cx="73152" cy="73152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" name="Oval 436"/>
          <p:cNvSpPr/>
          <p:nvPr/>
        </p:nvSpPr>
        <p:spPr>
          <a:xfrm>
            <a:off x="566928" y="6711696"/>
            <a:ext cx="45720" cy="45720"/>
          </a:xfrm>
          <a:prstGeom prst="ellipse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" name="TextBox 437"/>
          <p:cNvSpPr txBox="1"/>
          <p:nvPr/>
        </p:nvSpPr>
        <p:spPr>
          <a:xfrm>
            <a:off x="685800" y="662940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9AA5B5"/>
                </a:solidFill>
                <a:latin typeface="Microsoft YaHei"/>
              </a:rPr>
              <a:t>FlowForge AI  ·  Shadu Team  ·  v2.67</a:t>
            </a:r>
          </a:p>
        </p:txBody>
      </p:sp>
      <p:sp>
        <p:nvSpPr>
          <p:cNvPr id="439" name="TextBox 438"/>
          <p:cNvSpPr txBox="1"/>
          <p:nvPr/>
        </p:nvSpPr>
        <p:spPr>
          <a:xfrm>
            <a:off x="10058400" y="662940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>
                <a:solidFill>
                  <a:srgbClr val="00E5FF"/>
                </a:solidFill>
                <a:latin typeface="Microsoft YaHei"/>
              </a:rPr>
              <a:t>[ 10 / 15 ]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1628"/>
            </a:gs>
            <a:gs pos="100000">
              <a:srgbClr val="1A0B2E"/>
            </a:gs>
          </a:gsLst>
          <a:lin scaled="0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789920" y="0"/>
            <a:ext cx="1401775" cy="2011680"/>
          </a:xfrm>
          <a:prstGeom prst="ellipse">
            <a:avLst/>
          </a:prstGeom>
          <a:solidFill>
            <a:srgbClr val="F5B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155680" y="0"/>
            <a:ext cx="1036015" cy="1097280"/>
          </a:xfrm>
          <a:prstGeom prst="ellips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0" y="5486400"/>
            <a:ext cx="1645920" cy="1371600"/>
          </a:xfrm>
          <a:prstGeom prst="ellips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704320" y="5029200"/>
            <a:ext cx="487375" cy="914400"/>
          </a:xfrm>
          <a:prstGeom prst="ellipse">
            <a:avLst/>
          </a:prstGeom>
          <a:solidFill>
            <a:srgbClr val="F5B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A0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5486400"/>
            <a:ext cx="12191695" cy="13716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0" y="2286000"/>
            <a:ext cx="3200400" cy="3200400"/>
          </a:xfrm>
          <a:prstGeom prst="ellipse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515600" y="1828800"/>
            <a:ext cx="1676095" cy="3200400"/>
          </a:xfrm>
          <a:prstGeom prst="ellipse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0" y="0"/>
            <a:ext cx="4572000" cy="4572000"/>
          </a:xfrm>
          <a:prstGeom prst="ellipse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0" y="2743200"/>
            <a:ext cx="3047695" cy="4114800"/>
          </a:xfrm>
          <a:prstGeom prst="ellipse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57600" y="0"/>
            <a:ext cx="3657600" cy="3657600"/>
          </a:xfrm>
          <a:prstGeom prst="ellipse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64592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6888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9184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1480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93776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76072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0664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5256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87552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69848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52144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2344400" y="0"/>
            <a:ext cx="182880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74320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2295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371600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920240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468880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017520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566160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114800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663440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21207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76071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30935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85799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40663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95527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50391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05255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60119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14983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69847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124711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179575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274320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82295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371600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920240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2468880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3017520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3566160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4114800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4663440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521207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576071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630935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685799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740663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795527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50391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905255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960119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1014983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1069847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1124711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179575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274320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82295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1371600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1920240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2468880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3017520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3566160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4114800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4663440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521207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576071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630935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685799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740663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795527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850391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905255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960119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1014983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1069847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1124711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1179575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274320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82295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1371600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1920240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2468880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3017520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3566160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4114800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4663440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521207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576071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630935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685799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740663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795527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850391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905255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960119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1014983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1069847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1124711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1179575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274320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82295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1371600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1920240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2468880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3017520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3566160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4114800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4663440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521207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576071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630935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685799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740663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795527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850391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905255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960119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1014983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1069847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1124711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1179575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274320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82295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1371600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1920240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2468880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3017520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3566160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4114800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4663440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521207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576071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630935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685799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740663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795527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850391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905255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960119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1014983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1069847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1124711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1179575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274320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82295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1371600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1920240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2468880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3017520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3566160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4114800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4663440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521207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576071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630935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685799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740663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795527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850391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905255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960119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1014983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1069847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1124711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1179575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274320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82295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1371600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1920240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2468880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3017520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3566160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4114800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4663440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521207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576071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630935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xfrm>
            <a:off x="685799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xfrm>
            <a:off x="740663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Oval 198"/>
          <p:cNvSpPr/>
          <p:nvPr/>
        </p:nvSpPr>
        <p:spPr>
          <a:xfrm>
            <a:off x="795527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>
            <a:off x="850391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905255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960119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1014983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1069847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Oval 204"/>
          <p:cNvSpPr/>
          <p:nvPr/>
        </p:nvSpPr>
        <p:spPr>
          <a:xfrm>
            <a:off x="1124711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Oval 205"/>
          <p:cNvSpPr/>
          <p:nvPr/>
        </p:nvSpPr>
        <p:spPr>
          <a:xfrm>
            <a:off x="1179575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>
            <a:off x="274320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Oval 207"/>
          <p:cNvSpPr/>
          <p:nvPr/>
        </p:nvSpPr>
        <p:spPr>
          <a:xfrm>
            <a:off x="82295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Oval 208"/>
          <p:cNvSpPr/>
          <p:nvPr/>
        </p:nvSpPr>
        <p:spPr>
          <a:xfrm>
            <a:off x="1371600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Oval 209"/>
          <p:cNvSpPr/>
          <p:nvPr/>
        </p:nvSpPr>
        <p:spPr>
          <a:xfrm>
            <a:off x="1920240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Oval 210"/>
          <p:cNvSpPr/>
          <p:nvPr/>
        </p:nvSpPr>
        <p:spPr>
          <a:xfrm>
            <a:off x="2468880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Oval 211"/>
          <p:cNvSpPr/>
          <p:nvPr/>
        </p:nvSpPr>
        <p:spPr>
          <a:xfrm>
            <a:off x="3017520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Oval 212"/>
          <p:cNvSpPr/>
          <p:nvPr/>
        </p:nvSpPr>
        <p:spPr>
          <a:xfrm>
            <a:off x="3566160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4114800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4663440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521207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576071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630935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685799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740663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795527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850391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905255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960119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1014983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1069847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1124711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1179575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274320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82295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1371600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1920240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2468880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3017520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3566160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4114800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4663440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521207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576071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630935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685799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740663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Oval 242"/>
          <p:cNvSpPr/>
          <p:nvPr/>
        </p:nvSpPr>
        <p:spPr>
          <a:xfrm>
            <a:off x="795527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Oval 243"/>
          <p:cNvSpPr/>
          <p:nvPr/>
        </p:nvSpPr>
        <p:spPr>
          <a:xfrm>
            <a:off x="850391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Oval 244"/>
          <p:cNvSpPr/>
          <p:nvPr/>
        </p:nvSpPr>
        <p:spPr>
          <a:xfrm>
            <a:off x="905255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Oval 245"/>
          <p:cNvSpPr/>
          <p:nvPr/>
        </p:nvSpPr>
        <p:spPr>
          <a:xfrm>
            <a:off x="960119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Oval 246"/>
          <p:cNvSpPr/>
          <p:nvPr/>
        </p:nvSpPr>
        <p:spPr>
          <a:xfrm>
            <a:off x="1014983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Oval 247"/>
          <p:cNvSpPr/>
          <p:nvPr/>
        </p:nvSpPr>
        <p:spPr>
          <a:xfrm>
            <a:off x="1069847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Oval 248"/>
          <p:cNvSpPr/>
          <p:nvPr/>
        </p:nvSpPr>
        <p:spPr>
          <a:xfrm>
            <a:off x="1124711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Oval 249"/>
          <p:cNvSpPr/>
          <p:nvPr/>
        </p:nvSpPr>
        <p:spPr>
          <a:xfrm>
            <a:off x="1179575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Oval 250"/>
          <p:cNvSpPr/>
          <p:nvPr/>
        </p:nvSpPr>
        <p:spPr>
          <a:xfrm>
            <a:off x="274320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Oval 251"/>
          <p:cNvSpPr/>
          <p:nvPr/>
        </p:nvSpPr>
        <p:spPr>
          <a:xfrm>
            <a:off x="82295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Oval 252"/>
          <p:cNvSpPr/>
          <p:nvPr/>
        </p:nvSpPr>
        <p:spPr>
          <a:xfrm>
            <a:off x="1371600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Oval 253"/>
          <p:cNvSpPr/>
          <p:nvPr/>
        </p:nvSpPr>
        <p:spPr>
          <a:xfrm>
            <a:off x="1920240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Oval 254"/>
          <p:cNvSpPr/>
          <p:nvPr/>
        </p:nvSpPr>
        <p:spPr>
          <a:xfrm>
            <a:off x="2468880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Oval 255"/>
          <p:cNvSpPr/>
          <p:nvPr/>
        </p:nvSpPr>
        <p:spPr>
          <a:xfrm>
            <a:off x="3017520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Oval 256"/>
          <p:cNvSpPr/>
          <p:nvPr/>
        </p:nvSpPr>
        <p:spPr>
          <a:xfrm>
            <a:off x="3566160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Oval 257"/>
          <p:cNvSpPr/>
          <p:nvPr/>
        </p:nvSpPr>
        <p:spPr>
          <a:xfrm>
            <a:off x="4114800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Oval 258"/>
          <p:cNvSpPr/>
          <p:nvPr/>
        </p:nvSpPr>
        <p:spPr>
          <a:xfrm>
            <a:off x="4663440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Oval 259"/>
          <p:cNvSpPr/>
          <p:nvPr/>
        </p:nvSpPr>
        <p:spPr>
          <a:xfrm>
            <a:off x="521207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Oval 260"/>
          <p:cNvSpPr/>
          <p:nvPr/>
        </p:nvSpPr>
        <p:spPr>
          <a:xfrm>
            <a:off x="576071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Oval 261"/>
          <p:cNvSpPr/>
          <p:nvPr/>
        </p:nvSpPr>
        <p:spPr>
          <a:xfrm>
            <a:off x="630935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Oval 262"/>
          <p:cNvSpPr/>
          <p:nvPr/>
        </p:nvSpPr>
        <p:spPr>
          <a:xfrm>
            <a:off x="685799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Oval 263"/>
          <p:cNvSpPr/>
          <p:nvPr/>
        </p:nvSpPr>
        <p:spPr>
          <a:xfrm>
            <a:off x="740663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Oval 264"/>
          <p:cNvSpPr/>
          <p:nvPr/>
        </p:nvSpPr>
        <p:spPr>
          <a:xfrm>
            <a:off x="795527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Oval 265"/>
          <p:cNvSpPr/>
          <p:nvPr/>
        </p:nvSpPr>
        <p:spPr>
          <a:xfrm>
            <a:off x="850391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Oval 266"/>
          <p:cNvSpPr/>
          <p:nvPr/>
        </p:nvSpPr>
        <p:spPr>
          <a:xfrm>
            <a:off x="905255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Oval 267"/>
          <p:cNvSpPr/>
          <p:nvPr/>
        </p:nvSpPr>
        <p:spPr>
          <a:xfrm>
            <a:off x="960119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Oval 268"/>
          <p:cNvSpPr/>
          <p:nvPr/>
        </p:nvSpPr>
        <p:spPr>
          <a:xfrm>
            <a:off x="1014983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Oval 269"/>
          <p:cNvSpPr/>
          <p:nvPr/>
        </p:nvSpPr>
        <p:spPr>
          <a:xfrm>
            <a:off x="1069847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Oval 270"/>
          <p:cNvSpPr/>
          <p:nvPr/>
        </p:nvSpPr>
        <p:spPr>
          <a:xfrm>
            <a:off x="1124711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Oval 271"/>
          <p:cNvSpPr/>
          <p:nvPr/>
        </p:nvSpPr>
        <p:spPr>
          <a:xfrm>
            <a:off x="1179575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Oval 272"/>
          <p:cNvSpPr/>
          <p:nvPr/>
        </p:nvSpPr>
        <p:spPr>
          <a:xfrm>
            <a:off x="274320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Oval 273"/>
          <p:cNvSpPr/>
          <p:nvPr/>
        </p:nvSpPr>
        <p:spPr>
          <a:xfrm>
            <a:off x="82295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Oval 274"/>
          <p:cNvSpPr/>
          <p:nvPr/>
        </p:nvSpPr>
        <p:spPr>
          <a:xfrm>
            <a:off x="1371600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Oval 275"/>
          <p:cNvSpPr/>
          <p:nvPr/>
        </p:nvSpPr>
        <p:spPr>
          <a:xfrm>
            <a:off x="1920240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Oval 276"/>
          <p:cNvSpPr/>
          <p:nvPr/>
        </p:nvSpPr>
        <p:spPr>
          <a:xfrm>
            <a:off x="2468880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Oval 277"/>
          <p:cNvSpPr/>
          <p:nvPr/>
        </p:nvSpPr>
        <p:spPr>
          <a:xfrm>
            <a:off x="3017520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Oval 278"/>
          <p:cNvSpPr/>
          <p:nvPr/>
        </p:nvSpPr>
        <p:spPr>
          <a:xfrm>
            <a:off x="3566160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Oval 279"/>
          <p:cNvSpPr/>
          <p:nvPr/>
        </p:nvSpPr>
        <p:spPr>
          <a:xfrm>
            <a:off x="4114800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Oval 280"/>
          <p:cNvSpPr/>
          <p:nvPr/>
        </p:nvSpPr>
        <p:spPr>
          <a:xfrm>
            <a:off x="4663440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Oval 281"/>
          <p:cNvSpPr/>
          <p:nvPr/>
        </p:nvSpPr>
        <p:spPr>
          <a:xfrm>
            <a:off x="521207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Oval 282"/>
          <p:cNvSpPr/>
          <p:nvPr/>
        </p:nvSpPr>
        <p:spPr>
          <a:xfrm>
            <a:off x="576071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Oval 283"/>
          <p:cNvSpPr/>
          <p:nvPr/>
        </p:nvSpPr>
        <p:spPr>
          <a:xfrm>
            <a:off x="630935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Oval 284"/>
          <p:cNvSpPr/>
          <p:nvPr/>
        </p:nvSpPr>
        <p:spPr>
          <a:xfrm>
            <a:off x="685799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Oval 285"/>
          <p:cNvSpPr/>
          <p:nvPr/>
        </p:nvSpPr>
        <p:spPr>
          <a:xfrm>
            <a:off x="740663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Oval 286"/>
          <p:cNvSpPr/>
          <p:nvPr/>
        </p:nvSpPr>
        <p:spPr>
          <a:xfrm>
            <a:off x="795527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Oval 287"/>
          <p:cNvSpPr/>
          <p:nvPr/>
        </p:nvSpPr>
        <p:spPr>
          <a:xfrm>
            <a:off x="850391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Oval 288"/>
          <p:cNvSpPr/>
          <p:nvPr/>
        </p:nvSpPr>
        <p:spPr>
          <a:xfrm>
            <a:off x="905255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Oval 289"/>
          <p:cNvSpPr/>
          <p:nvPr/>
        </p:nvSpPr>
        <p:spPr>
          <a:xfrm>
            <a:off x="960119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Oval 290"/>
          <p:cNvSpPr/>
          <p:nvPr/>
        </p:nvSpPr>
        <p:spPr>
          <a:xfrm>
            <a:off x="1014983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Oval 291"/>
          <p:cNvSpPr/>
          <p:nvPr/>
        </p:nvSpPr>
        <p:spPr>
          <a:xfrm>
            <a:off x="1069847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Oval 292"/>
          <p:cNvSpPr/>
          <p:nvPr/>
        </p:nvSpPr>
        <p:spPr>
          <a:xfrm>
            <a:off x="1124711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Oval 293"/>
          <p:cNvSpPr/>
          <p:nvPr/>
        </p:nvSpPr>
        <p:spPr>
          <a:xfrm>
            <a:off x="1179575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Rectangle 294"/>
          <p:cNvSpPr/>
          <p:nvPr/>
        </p:nvSpPr>
        <p:spPr>
          <a:xfrm>
            <a:off x="91479" y="4257697"/>
            <a:ext cx="2583260" cy="109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Rectangle 295"/>
          <p:cNvSpPr/>
          <p:nvPr/>
        </p:nvSpPr>
        <p:spPr>
          <a:xfrm>
            <a:off x="2693717" y="1783875"/>
            <a:ext cx="3685122" cy="109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Rectangle 296"/>
          <p:cNvSpPr/>
          <p:nvPr/>
        </p:nvSpPr>
        <p:spPr>
          <a:xfrm>
            <a:off x="317987" y="5759958"/>
            <a:ext cx="2986215" cy="109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Rectangle 297"/>
          <p:cNvSpPr/>
          <p:nvPr/>
        </p:nvSpPr>
        <p:spPr>
          <a:xfrm>
            <a:off x="799690" y="634302"/>
            <a:ext cx="3215090" cy="109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Rectangle 298"/>
          <p:cNvSpPr/>
          <p:nvPr/>
        </p:nvSpPr>
        <p:spPr>
          <a:xfrm>
            <a:off x="727268" y="614919"/>
            <a:ext cx="3611562" cy="109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ectangle 299"/>
          <p:cNvSpPr/>
          <p:nvPr/>
        </p:nvSpPr>
        <p:spPr>
          <a:xfrm>
            <a:off x="806283" y="3696114"/>
            <a:ext cx="3445273" cy="109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Rectangle 300"/>
          <p:cNvSpPr/>
          <p:nvPr/>
        </p:nvSpPr>
        <p:spPr>
          <a:xfrm>
            <a:off x="9560961" y="23769"/>
            <a:ext cx="10972" cy="3302482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Rectangle 301"/>
          <p:cNvSpPr/>
          <p:nvPr/>
        </p:nvSpPr>
        <p:spPr>
          <a:xfrm>
            <a:off x="8309257" y="1244500"/>
            <a:ext cx="10972" cy="2113140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ectangle 302"/>
          <p:cNvSpPr/>
          <p:nvPr/>
        </p:nvSpPr>
        <p:spPr>
          <a:xfrm>
            <a:off x="11223090" y="1231128"/>
            <a:ext cx="10972" cy="1998413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Rectangle 303"/>
          <p:cNvSpPr/>
          <p:nvPr/>
        </p:nvSpPr>
        <p:spPr>
          <a:xfrm>
            <a:off x="1544980" y="3099795"/>
            <a:ext cx="10972" cy="2932894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Rectangle 304"/>
          <p:cNvSpPr/>
          <p:nvPr/>
        </p:nvSpPr>
        <p:spPr>
          <a:xfrm>
            <a:off x="9535068" y="2669066"/>
            <a:ext cx="10972" cy="2809453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Oval 305"/>
          <p:cNvSpPr/>
          <p:nvPr/>
        </p:nvSpPr>
        <p:spPr>
          <a:xfrm>
            <a:off x="11135004" y="2637830"/>
            <a:ext cx="54864" cy="5486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Oval 306"/>
          <p:cNvSpPr/>
          <p:nvPr/>
        </p:nvSpPr>
        <p:spPr>
          <a:xfrm>
            <a:off x="11116716" y="2619542"/>
            <a:ext cx="91440" cy="914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Oval 307"/>
          <p:cNvSpPr/>
          <p:nvPr/>
        </p:nvSpPr>
        <p:spPr>
          <a:xfrm>
            <a:off x="6514631" y="5235168"/>
            <a:ext cx="54864" cy="5486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Oval 308"/>
          <p:cNvSpPr/>
          <p:nvPr/>
        </p:nvSpPr>
        <p:spPr>
          <a:xfrm>
            <a:off x="6496343" y="5216880"/>
            <a:ext cx="91440" cy="914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Oval 309"/>
          <p:cNvSpPr/>
          <p:nvPr/>
        </p:nvSpPr>
        <p:spPr>
          <a:xfrm>
            <a:off x="7244093" y="5421252"/>
            <a:ext cx="54864" cy="5486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Oval 310"/>
          <p:cNvSpPr/>
          <p:nvPr/>
        </p:nvSpPr>
        <p:spPr>
          <a:xfrm>
            <a:off x="7225805" y="5402964"/>
            <a:ext cx="91440" cy="914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Oval 311"/>
          <p:cNvSpPr/>
          <p:nvPr/>
        </p:nvSpPr>
        <p:spPr>
          <a:xfrm>
            <a:off x="6792369" y="4516041"/>
            <a:ext cx="54864" cy="5486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Oval 312"/>
          <p:cNvSpPr/>
          <p:nvPr/>
        </p:nvSpPr>
        <p:spPr>
          <a:xfrm>
            <a:off x="6774081" y="4497753"/>
            <a:ext cx="91440" cy="914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Oval 313"/>
          <p:cNvSpPr/>
          <p:nvPr/>
        </p:nvSpPr>
        <p:spPr>
          <a:xfrm>
            <a:off x="960021" y="1770058"/>
            <a:ext cx="54864" cy="5486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Oval 314"/>
          <p:cNvSpPr/>
          <p:nvPr/>
        </p:nvSpPr>
        <p:spPr>
          <a:xfrm>
            <a:off x="941733" y="1751770"/>
            <a:ext cx="91440" cy="914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Oval 315"/>
          <p:cNvSpPr/>
          <p:nvPr/>
        </p:nvSpPr>
        <p:spPr>
          <a:xfrm>
            <a:off x="3632596" y="916859"/>
            <a:ext cx="54864" cy="5486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Oval 316"/>
          <p:cNvSpPr/>
          <p:nvPr/>
        </p:nvSpPr>
        <p:spPr>
          <a:xfrm>
            <a:off x="3614308" y="898571"/>
            <a:ext cx="91440" cy="914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Oval 317"/>
          <p:cNvSpPr/>
          <p:nvPr/>
        </p:nvSpPr>
        <p:spPr>
          <a:xfrm>
            <a:off x="3011567" y="1039040"/>
            <a:ext cx="54864" cy="5486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Oval 318"/>
          <p:cNvSpPr/>
          <p:nvPr/>
        </p:nvSpPr>
        <p:spPr>
          <a:xfrm>
            <a:off x="2993279" y="1020752"/>
            <a:ext cx="91440" cy="914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Oval 319"/>
          <p:cNvSpPr/>
          <p:nvPr/>
        </p:nvSpPr>
        <p:spPr>
          <a:xfrm>
            <a:off x="3507348" y="4119200"/>
            <a:ext cx="54864" cy="5486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Oval 320"/>
          <p:cNvSpPr/>
          <p:nvPr/>
        </p:nvSpPr>
        <p:spPr>
          <a:xfrm>
            <a:off x="3489060" y="4100912"/>
            <a:ext cx="91440" cy="914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Oval 321"/>
          <p:cNvSpPr/>
          <p:nvPr/>
        </p:nvSpPr>
        <p:spPr>
          <a:xfrm>
            <a:off x="4460430" y="2589708"/>
            <a:ext cx="54864" cy="5486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Oval 322"/>
          <p:cNvSpPr/>
          <p:nvPr/>
        </p:nvSpPr>
        <p:spPr>
          <a:xfrm>
            <a:off x="4442142" y="2571420"/>
            <a:ext cx="91440" cy="914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Oval 323"/>
          <p:cNvSpPr/>
          <p:nvPr/>
        </p:nvSpPr>
        <p:spPr>
          <a:xfrm>
            <a:off x="2756078" y="1995184"/>
            <a:ext cx="54864" cy="5486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Oval 324"/>
          <p:cNvSpPr/>
          <p:nvPr/>
        </p:nvSpPr>
        <p:spPr>
          <a:xfrm>
            <a:off x="2737790" y="1976896"/>
            <a:ext cx="91440" cy="914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Rectangle 325"/>
          <p:cNvSpPr/>
          <p:nvPr/>
        </p:nvSpPr>
        <p:spPr>
          <a:xfrm>
            <a:off x="0" y="182880"/>
            <a:ext cx="4114800" cy="1828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Rectangle 326"/>
          <p:cNvSpPr/>
          <p:nvPr/>
        </p:nvSpPr>
        <p:spPr>
          <a:xfrm>
            <a:off x="0" y="320040"/>
            <a:ext cx="2743200" cy="13716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Rectangle 327"/>
          <p:cNvSpPr/>
          <p:nvPr/>
        </p:nvSpPr>
        <p:spPr>
          <a:xfrm>
            <a:off x="8046720" y="6446520"/>
            <a:ext cx="4114800" cy="18288"/>
          </a:xfrm>
          <a:prstGeom prst="rect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Rectangle 328"/>
          <p:cNvSpPr/>
          <p:nvPr/>
        </p:nvSpPr>
        <p:spPr>
          <a:xfrm>
            <a:off x="9418320" y="6309360"/>
            <a:ext cx="2743200" cy="1371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Rectangle 329"/>
          <p:cNvSpPr/>
          <p:nvPr/>
        </p:nvSpPr>
        <p:spPr>
          <a:xfrm>
            <a:off x="5029200" y="0"/>
            <a:ext cx="9144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Rectangle 330"/>
          <p:cNvSpPr/>
          <p:nvPr/>
        </p:nvSpPr>
        <p:spPr>
          <a:xfrm>
            <a:off x="5166360" y="0"/>
            <a:ext cx="9144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Rectangle 331"/>
          <p:cNvSpPr/>
          <p:nvPr/>
        </p:nvSpPr>
        <p:spPr>
          <a:xfrm>
            <a:off x="5303520" y="0"/>
            <a:ext cx="9144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Rectangle 332"/>
          <p:cNvSpPr/>
          <p:nvPr/>
        </p:nvSpPr>
        <p:spPr>
          <a:xfrm>
            <a:off x="0" y="137160"/>
            <a:ext cx="12191695" cy="548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Rectangle 333"/>
          <p:cNvSpPr/>
          <p:nvPr/>
        </p:nvSpPr>
        <p:spPr>
          <a:xfrm>
            <a:off x="0" y="978408"/>
            <a:ext cx="12191695" cy="548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Rectangle 334"/>
          <p:cNvSpPr/>
          <p:nvPr/>
        </p:nvSpPr>
        <p:spPr>
          <a:xfrm>
            <a:off x="0" y="1819656"/>
            <a:ext cx="12191695" cy="548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Rectangle 335"/>
          <p:cNvSpPr/>
          <p:nvPr/>
        </p:nvSpPr>
        <p:spPr>
          <a:xfrm>
            <a:off x="0" y="2660904"/>
            <a:ext cx="12191695" cy="548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Rectangle 336"/>
          <p:cNvSpPr/>
          <p:nvPr/>
        </p:nvSpPr>
        <p:spPr>
          <a:xfrm>
            <a:off x="0" y="3502152"/>
            <a:ext cx="12191695" cy="548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Rectangle 337"/>
          <p:cNvSpPr/>
          <p:nvPr/>
        </p:nvSpPr>
        <p:spPr>
          <a:xfrm>
            <a:off x="0" y="4343400"/>
            <a:ext cx="12191695" cy="548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Rectangle 338"/>
          <p:cNvSpPr/>
          <p:nvPr/>
        </p:nvSpPr>
        <p:spPr>
          <a:xfrm>
            <a:off x="0" y="5184648"/>
            <a:ext cx="12191695" cy="548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Rectangle 339"/>
          <p:cNvSpPr/>
          <p:nvPr/>
        </p:nvSpPr>
        <p:spPr>
          <a:xfrm>
            <a:off x="0" y="6025896"/>
            <a:ext cx="12191695" cy="548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Oval 340"/>
          <p:cNvSpPr/>
          <p:nvPr/>
        </p:nvSpPr>
        <p:spPr>
          <a:xfrm>
            <a:off x="4835217" y="1361247"/>
            <a:ext cx="94339" cy="94339"/>
          </a:xfrm>
          <a:prstGeom prst="ellipse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Oval 341"/>
          <p:cNvSpPr/>
          <p:nvPr/>
        </p:nvSpPr>
        <p:spPr>
          <a:xfrm>
            <a:off x="6347216" y="4515070"/>
            <a:ext cx="91141" cy="91141"/>
          </a:xfrm>
          <a:prstGeom prst="ellipse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Oval 342"/>
          <p:cNvSpPr/>
          <p:nvPr/>
        </p:nvSpPr>
        <p:spPr>
          <a:xfrm>
            <a:off x="1768894" y="6349443"/>
            <a:ext cx="44408" cy="44408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Oval 343"/>
          <p:cNvSpPr/>
          <p:nvPr/>
        </p:nvSpPr>
        <p:spPr>
          <a:xfrm>
            <a:off x="5353617" y="2195498"/>
            <a:ext cx="64476" cy="64476"/>
          </a:xfrm>
          <a:prstGeom prst="ellipse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Oval 344"/>
          <p:cNvSpPr/>
          <p:nvPr/>
        </p:nvSpPr>
        <p:spPr>
          <a:xfrm>
            <a:off x="1585861" y="5312615"/>
            <a:ext cx="58162" cy="58162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Oval 345"/>
          <p:cNvSpPr/>
          <p:nvPr/>
        </p:nvSpPr>
        <p:spPr>
          <a:xfrm>
            <a:off x="5370210" y="1419817"/>
            <a:ext cx="47888" cy="47888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Oval 346"/>
          <p:cNvSpPr/>
          <p:nvPr/>
        </p:nvSpPr>
        <p:spPr>
          <a:xfrm>
            <a:off x="11604956" y="4210089"/>
            <a:ext cx="97515" cy="97515"/>
          </a:xfrm>
          <a:prstGeom prst="ellipse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Oval 347"/>
          <p:cNvSpPr/>
          <p:nvPr/>
        </p:nvSpPr>
        <p:spPr>
          <a:xfrm>
            <a:off x="9726414" y="4568740"/>
            <a:ext cx="69334" cy="69334"/>
          </a:xfrm>
          <a:prstGeom prst="ellipse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Oval 348"/>
          <p:cNvSpPr/>
          <p:nvPr/>
        </p:nvSpPr>
        <p:spPr>
          <a:xfrm>
            <a:off x="974463" y="1096331"/>
            <a:ext cx="37450" cy="3745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Oval 349"/>
          <p:cNvSpPr/>
          <p:nvPr/>
        </p:nvSpPr>
        <p:spPr>
          <a:xfrm>
            <a:off x="10439447" y="4646868"/>
            <a:ext cx="77961" cy="77961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Oval 350"/>
          <p:cNvSpPr/>
          <p:nvPr/>
        </p:nvSpPr>
        <p:spPr>
          <a:xfrm>
            <a:off x="6668467" y="713150"/>
            <a:ext cx="54870" cy="54870"/>
          </a:xfrm>
          <a:prstGeom prst="ellipse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Oval 351"/>
          <p:cNvSpPr/>
          <p:nvPr/>
        </p:nvSpPr>
        <p:spPr>
          <a:xfrm>
            <a:off x="11603437" y="2455060"/>
            <a:ext cx="38153" cy="38153"/>
          </a:xfrm>
          <a:prstGeom prst="ellipse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Oval 352"/>
          <p:cNvSpPr/>
          <p:nvPr/>
        </p:nvSpPr>
        <p:spPr>
          <a:xfrm>
            <a:off x="6860823" y="3934604"/>
            <a:ext cx="75416" cy="75416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Oval 353"/>
          <p:cNvSpPr/>
          <p:nvPr/>
        </p:nvSpPr>
        <p:spPr>
          <a:xfrm>
            <a:off x="3831632" y="2853451"/>
            <a:ext cx="84921" cy="84921"/>
          </a:xfrm>
          <a:prstGeom prst="ellipse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Oval 354"/>
          <p:cNvSpPr/>
          <p:nvPr/>
        </p:nvSpPr>
        <p:spPr>
          <a:xfrm>
            <a:off x="5750328" y="4098430"/>
            <a:ext cx="98027" cy="98027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Oval 355"/>
          <p:cNvSpPr/>
          <p:nvPr/>
        </p:nvSpPr>
        <p:spPr>
          <a:xfrm>
            <a:off x="9803789" y="397143"/>
            <a:ext cx="57201" cy="57201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Oval 356"/>
          <p:cNvSpPr/>
          <p:nvPr/>
        </p:nvSpPr>
        <p:spPr>
          <a:xfrm>
            <a:off x="5447626" y="4969001"/>
            <a:ext cx="81875" cy="81875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Oval 357"/>
          <p:cNvSpPr/>
          <p:nvPr/>
        </p:nvSpPr>
        <p:spPr>
          <a:xfrm>
            <a:off x="8872455" y="1060573"/>
            <a:ext cx="59183" cy="59183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Oval 358"/>
          <p:cNvSpPr/>
          <p:nvPr/>
        </p:nvSpPr>
        <p:spPr>
          <a:xfrm>
            <a:off x="8934753" y="2895632"/>
            <a:ext cx="66810" cy="6681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Oval 359"/>
          <p:cNvSpPr/>
          <p:nvPr/>
        </p:nvSpPr>
        <p:spPr>
          <a:xfrm>
            <a:off x="718963" y="6269433"/>
            <a:ext cx="97109" cy="97109"/>
          </a:xfrm>
          <a:prstGeom prst="ellipse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Oval 360"/>
          <p:cNvSpPr/>
          <p:nvPr/>
        </p:nvSpPr>
        <p:spPr>
          <a:xfrm>
            <a:off x="8870331" y="5019754"/>
            <a:ext cx="67484" cy="67484"/>
          </a:xfrm>
          <a:prstGeom prst="ellipse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Oval 361"/>
          <p:cNvSpPr/>
          <p:nvPr/>
        </p:nvSpPr>
        <p:spPr>
          <a:xfrm>
            <a:off x="1235623" y="4509817"/>
            <a:ext cx="70418" cy="70418"/>
          </a:xfrm>
          <a:prstGeom prst="ellipse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Oval 362"/>
          <p:cNvSpPr/>
          <p:nvPr/>
        </p:nvSpPr>
        <p:spPr>
          <a:xfrm>
            <a:off x="2404733" y="4806135"/>
            <a:ext cx="39306" cy="39306"/>
          </a:xfrm>
          <a:prstGeom prst="ellipse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Oval 363"/>
          <p:cNvSpPr/>
          <p:nvPr/>
        </p:nvSpPr>
        <p:spPr>
          <a:xfrm>
            <a:off x="2518251" y="2610412"/>
            <a:ext cx="75306" cy="75306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Oval 364"/>
          <p:cNvSpPr/>
          <p:nvPr/>
        </p:nvSpPr>
        <p:spPr>
          <a:xfrm>
            <a:off x="6375392" y="2664231"/>
            <a:ext cx="80753" cy="80753"/>
          </a:xfrm>
          <a:prstGeom prst="ellipse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Oval 365"/>
          <p:cNvSpPr/>
          <p:nvPr/>
        </p:nvSpPr>
        <p:spPr>
          <a:xfrm>
            <a:off x="3069473" y="5571498"/>
            <a:ext cx="38829" cy="38829"/>
          </a:xfrm>
          <a:prstGeom prst="ellipse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Oval 366"/>
          <p:cNvSpPr/>
          <p:nvPr/>
        </p:nvSpPr>
        <p:spPr>
          <a:xfrm>
            <a:off x="11772815" y="2672299"/>
            <a:ext cx="60213" cy="60213"/>
          </a:xfrm>
          <a:prstGeom prst="ellipse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Oval 367"/>
          <p:cNvSpPr/>
          <p:nvPr/>
        </p:nvSpPr>
        <p:spPr>
          <a:xfrm>
            <a:off x="10318903" y="3573868"/>
            <a:ext cx="74940" cy="749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Rectangle 368"/>
          <p:cNvSpPr/>
          <p:nvPr/>
        </p:nvSpPr>
        <p:spPr>
          <a:xfrm>
            <a:off x="137160" y="137160"/>
            <a:ext cx="347472" cy="4114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Rectangle 369"/>
          <p:cNvSpPr/>
          <p:nvPr/>
        </p:nvSpPr>
        <p:spPr>
          <a:xfrm>
            <a:off x="137160" y="137160"/>
            <a:ext cx="41148" cy="3474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Rectangle 370"/>
          <p:cNvSpPr/>
          <p:nvPr/>
        </p:nvSpPr>
        <p:spPr>
          <a:xfrm>
            <a:off x="11707063" y="137160"/>
            <a:ext cx="347472" cy="41148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Rectangle 371"/>
          <p:cNvSpPr/>
          <p:nvPr/>
        </p:nvSpPr>
        <p:spPr>
          <a:xfrm>
            <a:off x="12013387" y="137160"/>
            <a:ext cx="41148" cy="347472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Rectangle 372"/>
          <p:cNvSpPr/>
          <p:nvPr/>
        </p:nvSpPr>
        <p:spPr>
          <a:xfrm>
            <a:off x="137160" y="6679692"/>
            <a:ext cx="347472" cy="41148"/>
          </a:xfrm>
          <a:prstGeom prst="rect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Rectangle 373"/>
          <p:cNvSpPr/>
          <p:nvPr/>
        </p:nvSpPr>
        <p:spPr>
          <a:xfrm>
            <a:off x="137160" y="6373368"/>
            <a:ext cx="41148" cy="347472"/>
          </a:xfrm>
          <a:prstGeom prst="rect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Rectangle 374"/>
          <p:cNvSpPr/>
          <p:nvPr/>
        </p:nvSpPr>
        <p:spPr>
          <a:xfrm>
            <a:off x="11707063" y="6679692"/>
            <a:ext cx="347472" cy="4114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Rectangle 375"/>
          <p:cNvSpPr/>
          <p:nvPr/>
        </p:nvSpPr>
        <p:spPr>
          <a:xfrm>
            <a:off x="12013387" y="6373368"/>
            <a:ext cx="41148" cy="3474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Rectangle 376"/>
          <p:cNvSpPr/>
          <p:nvPr/>
        </p:nvSpPr>
        <p:spPr>
          <a:xfrm>
            <a:off x="54864" y="54864"/>
            <a:ext cx="12081967" cy="2286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Rectangle 377"/>
          <p:cNvSpPr/>
          <p:nvPr/>
        </p:nvSpPr>
        <p:spPr>
          <a:xfrm>
            <a:off x="54864" y="6780276"/>
            <a:ext cx="12081967" cy="2286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Rectangle 378"/>
          <p:cNvSpPr/>
          <p:nvPr/>
        </p:nvSpPr>
        <p:spPr>
          <a:xfrm>
            <a:off x="54864" y="54864"/>
            <a:ext cx="22860" cy="6748272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Rectangle 379"/>
          <p:cNvSpPr/>
          <p:nvPr/>
        </p:nvSpPr>
        <p:spPr>
          <a:xfrm>
            <a:off x="12113971" y="54864"/>
            <a:ext cx="22860" cy="6748272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Rectangle 380"/>
          <p:cNvSpPr/>
          <p:nvPr/>
        </p:nvSpPr>
        <p:spPr>
          <a:xfrm>
            <a:off x="82296" y="82296"/>
            <a:ext cx="12027103" cy="16459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Rectangle 381"/>
          <p:cNvSpPr/>
          <p:nvPr/>
        </p:nvSpPr>
        <p:spPr>
          <a:xfrm>
            <a:off x="82296" y="6759245"/>
            <a:ext cx="12027103" cy="16459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Rectangle 382"/>
          <p:cNvSpPr/>
          <p:nvPr/>
        </p:nvSpPr>
        <p:spPr>
          <a:xfrm>
            <a:off x="109728" y="109728"/>
            <a:ext cx="11972239" cy="109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Rectangle 383"/>
          <p:cNvSpPr/>
          <p:nvPr/>
        </p:nvSpPr>
        <p:spPr>
          <a:xfrm>
            <a:off x="109728" y="6737300"/>
            <a:ext cx="11972239" cy="109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Rectangle 384"/>
          <p:cNvSpPr/>
          <p:nvPr/>
        </p:nvSpPr>
        <p:spPr>
          <a:xfrm>
            <a:off x="109728" y="109728"/>
            <a:ext cx="10972" cy="663854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Rectangle 385"/>
          <p:cNvSpPr/>
          <p:nvPr/>
        </p:nvSpPr>
        <p:spPr>
          <a:xfrm>
            <a:off x="12070995" y="109728"/>
            <a:ext cx="10972" cy="663854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Rectangle 386"/>
          <p:cNvSpPr/>
          <p:nvPr/>
        </p:nvSpPr>
        <p:spPr>
          <a:xfrm>
            <a:off x="457200" y="365760"/>
            <a:ext cx="109728" cy="82296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Rectangle 387"/>
          <p:cNvSpPr/>
          <p:nvPr/>
        </p:nvSpPr>
        <p:spPr>
          <a:xfrm>
            <a:off x="566928" y="365760"/>
            <a:ext cx="36576" cy="822960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TextBox 388"/>
          <p:cNvSpPr txBox="1"/>
          <p:nvPr/>
        </p:nvSpPr>
        <p:spPr>
          <a:xfrm>
            <a:off x="713232" y="38404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00E5FF"/>
                </a:solidFill>
                <a:latin typeface="Microsoft YaHei"/>
              </a:rPr>
              <a:t>◢</a:t>
            </a:r>
          </a:p>
        </p:txBody>
      </p:sp>
      <p:sp>
        <p:nvSpPr>
          <p:cNvPr id="390" name="TextBox 389"/>
          <p:cNvSpPr txBox="1"/>
          <p:nvPr/>
        </p:nvSpPr>
        <p:spPr>
          <a:xfrm>
            <a:off x="1143000" y="347472"/>
            <a:ext cx="100584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200" b="1">
                <a:solidFill>
                  <a:srgbClr val="FFFFFF"/>
                </a:solidFill>
                <a:latin typeface="Microsoft YaHei"/>
              </a:rPr>
              <a:t>落地验证：三大工作流全上链</a:t>
            </a:r>
          </a:p>
        </p:txBody>
      </p:sp>
      <p:sp>
        <p:nvSpPr>
          <p:cNvPr id="391" name="TextBox 390"/>
          <p:cNvSpPr txBox="1"/>
          <p:nvPr/>
        </p:nvSpPr>
        <p:spPr>
          <a:xfrm>
            <a:off x="1143000" y="932688"/>
            <a:ext cx="100584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00E5FF"/>
                </a:solidFill>
                <a:latin typeface="Microsoft YaHei"/>
              </a:rPr>
              <a:t>评分曲线 + 交易哈希 · Scan 独立可查</a:t>
            </a:r>
          </a:p>
        </p:txBody>
      </p:sp>
      <p:sp>
        <p:nvSpPr>
          <p:cNvPr id="392" name="Rectangle 391"/>
          <p:cNvSpPr/>
          <p:nvPr/>
        </p:nvSpPr>
        <p:spPr>
          <a:xfrm>
            <a:off x="1143000" y="1298448"/>
            <a:ext cx="3200400" cy="2743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Rectangle 392"/>
          <p:cNvSpPr/>
          <p:nvPr/>
        </p:nvSpPr>
        <p:spPr>
          <a:xfrm>
            <a:off x="4343400" y="1298448"/>
            <a:ext cx="2286000" cy="27432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Rectangle 393"/>
          <p:cNvSpPr/>
          <p:nvPr/>
        </p:nvSpPr>
        <p:spPr>
          <a:xfrm>
            <a:off x="6629400" y="1298448"/>
            <a:ext cx="1828800" cy="27432"/>
          </a:xfrm>
          <a:prstGeom prst="rect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Rectangle 394"/>
          <p:cNvSpPr/>
          <p:nvPr/>
        </p:nvSpPr>
        <p:spPr>
          <a:xfrm>
            <a:off x="8458200" y="1298448"/>
            <a:ext cx="1645920" cy="27432"/>
          </a:xfrm>
          <a:prstGeom prst="rect">
            <a:avLst/>
          </a:prstGeom>
          <a:solidFill>
            <a:srgbClr val="F5B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Rectangle 395"/>
          <p:cNvSpPr/>
          <p:nvPr/>
        </p:nvSpPr>
        <p:spPr>
          <a:xfrm>
            <a:off x="10104120" y="1298448"/>
            <a:ext cx="1097280" cy="2743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Rectangle 396"/>
          <p:cNvSpPr/>
          <p:nvPr/>
        </p:nvSpPr>
        <p:spPr>
          <a:xfrm>
            <a:off x="1097280" y="347472"/>
            <a:ext cx="10515600" cy="987552"/>
          </a:xfrm>
          <a:prstGeom prst="rect">
            <a:avLst/>
          </a:prstGeom>
          <a:solidFill>
            <a:srgbClr val="1A0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Oval 397"/>
          <p:cNvSpPr/>
          <p:nvPr/>
        </p:nvSpPr>
        <p:spPr>
          <a:xfrm>
            <a:off x="11247120" y="274320"/>
            <a:ext cx="640080" cy="64008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Oval 398"/>
          <p:cNvSpPr/>
          <p:nvPr/>
        </p:nvSpPr>
        <p:spPr>
          <a:xfrm>
            <a:off x="11292840" y="320040"/>
            <a:ext cx="548640" cy="548640"/>
          </a:xfrm>
          <a:prstGeom prst="ellipse">
            <a:avLst/>
          </a:prstGeom>
          <a:solidFill>
            <a:srgbClr val="1A0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TextBox 399"/>
          <p:cNvSpPr txBox="1"/>
          <p:nvPr/>
        </p:nvSpPr>
        <p:spPr>
          <a:xfrm>
            <a:off x="11247120" y="320040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2000" b="1">
                <a:solidFill>
                  <a:srgbClr val="00E5FF"/>
                </a:solidFill>
                <a:latin typeface="Microsoft YaHei"/>
              </a:rPr>
              <a:t>11</a:t>
            </a:r>
          </a:p>
        </p:txBody>
      </p:sp>
      <p:sp>
        <p:nvSpPr>
          <p:cNvPr id="401" name="Rounded Rectangle 400"/>
          <p:cNvSpPr/>
          <p:nvPr/>
        </p:nvSpPr>
        <p:spPr>
          <a:xfrm>
            <a:off x="731520" y="1554480"/>
            <a:ext cx="10881360" cy="1188720"/>
          </a:xfrm>
          <a:prstGeom prst="roundRect">
            <a:avLst/>
          </a:prstGeom>
          <a:solidFill>
            <a:srgbClr val="12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Rectangle 401"/>
          <p:cNvSpPr/>
          <p:nvPr/>
        </p:nvSpPr>
        <p:spPr>
          <a:xfrm>
            <a:off x="731520" y="1554480"/>
            <a:ext cx="91440" cy="1188720"/>
          </a:xfrm>
          <a:prstGeom prst="rect">
            <a:avLst/>
          </a:prstGeom>
          <a:solidFill>
            <a:srgbClr val="F5B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TextBox 402"/>
          <p:cNvSpPr txBox="1"/>
          <p:nvPr/>
        </p:nvSpPr>
        <p:spPr>
          <a:xfrm>
            <a:off x="1005840" y="164592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F5B642"/>
                </a:solidFill>
                <a:latin typeface="Microsoft YaHei"/>
              </a:rPr>
              <a:t>代码审查</a:t>
            </a:r>
          </a:p>
        </p:txBody>
      </p:sp>
      <p:sp>
        <p:nvSpPr>
          <p:cNvPr id="404" name="TextBox 403"/>
          <p:cNvSpPr txBox="1"/>
          <p:nvPr/>
        </p:nvSpPr>
        <p:spPr>
          <a:xfrm>
            <a:off x="2926080" y="16459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E8EEF7"/>
                </a:solidFill>
                <a:latin typeface="Microsoft YaHei"/>
              </a:rPr>
              <a:t>wf_code_review_001</a:t>
            </a:r>
          </a:p>
        </p:txBody>
      </p:sp>
      <p:sp>
        <p:nvSpPr>
          <p:cNvPr id="405" name="Rounded Rectangle 404"/>
          <p:cNvSpPr/>
          <p:nvPr/>
        </p:nvSpPr>
        <p:spPr>
          <a:xfrm>
            <a:off x="5943600" y="1691640"/>
            <a:ext cx="1463040" cy="914400"/>
          </a:xfrm>
          <a:prstGeom prst="roundRect">
            <a:avLst/>
          </a:prstGeom>
          <a:solidFill>
            <a:srgbClr val="1A0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" name="Rectangle 405"/>
          <p:cNvSpPr/>
          <p:nvPr/>
        </p:nvSpPr>
        <p:spPr>
          <a:xfrm>
            <a:off x="5943600" y="1691640"/>
            <a:ext cx="54864" cy="914400"/>
          </a:xfrm>
          <a:prstGeom prst="rect">
            <a:avLst/>
          </a:prstGeom>
          <a:solidFill>
            <a:srgbClr val="F5B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" name="Rectangle 406"/>
          <p:cNvSpPr/>
          <p:nvPr/>
        </p:nvSpPr>
        <p:spPr>
          <a:xfrm>
            <a:off x="5943600" y="1691640"/>
            <a:ext cx="1463040" cy="18288"/>
          </a:xfrm>
          <a:prstGeom prst="rect">
            <a:avLst/>
          </a:prstGeom>
          <a:solidFill>
            <a:srgbClr val="F5B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" name="TextBox 407"/>
          <p:cNvSpPr txBox="1"/>
          <p:nvPr/>
        </p:nvSpPr>
        <p:spPr>
          <a:xfrm>
            <a:off x="6126480" y="1828800"/>
            <a:ext cx="1188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>
                <a:solidFill>
                  <a:srgbClr val="F5B642"/>
                </a:solidFill>
                <a:latin typeface="Microsoft YaHei"/>
              </a:rPr>
              <a:t>97.0</a:t>
            </a:r>
          </a:p>
        </p:txBody>
      </p:sp>
      <p:sp>
        <p:nvSpPr>
          <p:cNvPr id="409" name="TextBox 408"/>
          <p:cNvSpPr txBox="1"/>
          <p:nvPr/>
        </p:nvSpPr>
        <p:spPr>
          <a:xfrm>
            <a:off x="6126480" y="2258568"/>
            <a:ext cx="11887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E8EEF7"/>
                </a:solidFill>
                <a:latin typeface="Microsoft YaHei"/>
              </a:rPr>
              <a:t>评分</a:t>
            </a:r>
          </a:p>
        </p:txBody>
      </p:sp>
      <p:sp>
        <p:nvSpPr>
          <p:cNvPr id="410" name="TextBox 409"/>
          <p:cNvSpPr txBox="1"/>
          <p:nvPr/>
        </p:nvSpPr>
        <p:spPr>
          <a:xfrm>
            <a:off x="7680960" y="16916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4FC3F7"/>
                </a:solidFill>
                <a:latin typeface="Microsoft YaHei"/>
              </a:rPr>
              <a:t>存证: 0x4a2f8b3e</a:t>
            </a:r>
          </a:p>
        </p:txBody>
      </p:sp>
      <p:sp>
        <p:nvSpPr>
          <p:cNvPr id="411" name="TextBox 410"/>
          <p:cNvSpPr txBox="1"/>
          <p:nvPr/>
        </p:nvSpPr>
        <p:spPr>
          <a:xfrm>
            <a:off x="7680960" y="205740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9AA5B5"/>
                </a:solidFill>
                <a:latin typeface="Microsoft YaHei"/>
              </a:rPr>
              <a:t>scan.botchain.ai/tx/0x4a2f8b3e...</a:t>
            </a:r>
          </a:p>
        </p:txBody>
      </p:sp>
      <p:sp>
        <p:nvSpPr>
          <p:cNvPr id="412" name="Rounded Rectangle 411"/>
          <p:cNvSpPr/>
          <p:nvPr/>
        </p:nvSpPr>
        <p:spPr>
          <a:xfrm>
            <a:off x="731520" y="2880360"/>
            <a:ext cx="10881360" cy="1188720"/>
          </a:xfrm>
          <a:prstGeom prst="roundRect">
            <a:avLst/>
          </a:prstGeom>
          <a:solidFill>
            <a:srgbClr val="12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Rectangle 412"/>
          <p:cNvSpPr/>
          <p:nvPr/>
        </p:nvSpPr>
        <p:spPr>
          <a:xfrm>
            <a:off x="731520" y="2880360"/>
            <a:ext cx="91440" cy="118872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TextBox 413"/>
          <p:cNvSpPr txBox="1"/>
          <p:nvPr/>
        </p:nvSpPr>
        <p:spPr>
          <a:xfrm>
            <a:off x="1005840" y="29718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4FC3F7"/>
                </a:solidFill>
                <a:latin typeface="Microsoft YaHei"/>
              </a:rPr>
              <a:t>测试生成</a:t>
            </a:r>
          </a:p>
        </p:txBody>
      </p:sp>
      <p:sp>
        <p:nvSpPr>
          <p:cNvPr id="415" name="TextBox 414"/>
          <p:cNvSpPr txBox="1"/>
          <p:nvPr/>
        </p:nvSpPr>
        <p:spPr>
          <a:xfrm>
            <a:off x="2926080" y="29718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E8EEF7"/>
                </a:solidFill>
                <a:latin typeface="Microsoft YaHei"/>
              </a:rPr>
              <a:t>wf_test_gen_002</a:t>
            </a:r>
          </a:p>
        </p:txBody>
      </p:sp>
      <p:sp>
        <p:nvSpPr>
          <p:cNvPr id="416" name="Rounded Rectangle 415"/>
          <p:cNvSpPr/>
          <p:nvPr/>
        </p:nvSpPr>
        <p:spPr>
          <a:xfrm>
            <a:off x="5943600" y="3017520"/>
            <a:ext cx="1463040" cy="914400"/>
          </a:xfrm>
          <a:prstGeom prst="roundRect">
            <a:avLst/>
          </a:prstGeom>
          <a:solidFill>
            <a:srgbClr val="1A0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" name="Rectangle 416"/>
          <p:cNvSpPr/>
          <p:nvPr/>
        </p:nvSpPr>
        <p:spPr>
          <a:xfrm>
            <a:off x="5943600" y="3017520"/>
            <a:ext cx="54864" cy="9144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Rectangle 417"/>
          <p:cNvSpPr/>
          <p:nvPr/>
        </p:nvSpPr>
        <p:spPr>
          <a:xfrm>
            <a:off x="5943600" y="3017520"/>
            <a:ext cx="1463040" cy="18288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TextBox 418"/>
          <p:cNvSpPr txBox="1"/>
          <p:nvPr/>
        </p:nvSpPr>
        <p:spPr>
          <a:xfrm>
            <a:off x="6126480" y="3154680"/>
            <a:ext cx="1188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>
                <a:solidFill>
                  <a:srgbClr val="4FC3F7"/>
                </a:solidFill>
                <a:latin typeface="Microsoft YaHei"/>
              </a:rPr>
              <a:t>95.5</a:t>
            </a:r>
          </a:p>
        </p:txBody>
      </p:sp>
      <p:sp>
        <p:nvSpPr>
          <p:cNvPr id="420" name="TextBox 419"/>
          <p:cNvSpPr txBox="1"/>
          <p:nvPr/>
        </p:nvSpPr>
        <p:spPr>
          <a:xfrm>
            <a:off x="6126480" y="3584448"/>
            <a:ext cx="11887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E8EEF7"/>
                </a:solidFill>
                <a:latin typeface="Microsoft YaHei"/>
              </a:rPr>
              <a:t>评分</a:t>
            </a:r>
          </a:p>
        </p:txBody>
      </p:sp>
      <p:sp>
        <p:nvSpPr>
          <p:cNvPr id="421" name="TextBox 420"/>
          <p:cNvSpPr txBox="1"/>
          <p:nvPr/>
        </p:nvSpPr>
        <p:spPr>
          <a:xfrm>
            <a:off x="7680960" y="30175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4FC3F7"/>
                </a:solidFill>
                <a:latin typeface="Microsoft YaHei"/>
              </a:rPr>
              <a:t>存证: 0x7b1c3d5a</a:t>
            </a:r>
          </a:p>
        </p:txBody>
      </p:sp>
      <p:sp>
        <p:nvSpPr>
          <p:cNvPr id="422" name="TextBox 421"/>
          <p:cNvSpPr txBox="1"/>
          <p:nvPr/>
        </p:nvSpPr>
        <p:spPr>
          <a:xfrm>
            <a:off x="7680960" y="338328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9AA5B5"/>
                </a:solidFill>
                <a:latin typeface="Microsoft YaHei"/>
              </a:rPr>
              <a:t>scan.botchain.ai/tx/0x7b1c3d5a...</a:t>
            </a:r>
          </a:p>
        </p:txBody>
      </p:sp>
      <p:sp>
        <p:nvSpPr>
          <p:cNvPr id="423" name="Rounded Rectangle 422"/>
          <p:cNvSpPr/>
          <p:nvPr/>
        </p:nvSpPr>
        <p:spPr>
          <a:xfrm>
            <a:off x="731520" y="4206240"/>
            <a:ext cx="10881360" cy="1188720"/>
          </a:xfrm>
          <a:prstGeom prst="roundRect">
            <a:avLst/>
          </a:prstGeom>
          <a:solidFill>
            <a:srgbClr val="12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" name="Rectangle 423"/>
          <p:cNvSpPr/>
          <p:nvPr/>
        </p:nvSpPr>
        <p:spPr>
          <a:xfrm>
            <a:off x="731520" y="4206240"/>
            <a:ext cx="91440" cy="118872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" name="TextBox 424"/>
          <p:cNvSpPr txBox="1"/>
          <p:nvPr/>
        </p:nvSpPr>
        <p:spPr>
          <a:xfrm>
            <a:off x="1005840" y="42976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4CAF50"/>
                </a:solidFill>
                <a:latin typeface="Microsoft YaHei"/>
              </a:rPr>
              <a:t>安全扫描</a:t>
            </a:r>
          </a:p>
        </p:txBody>
      </p:sp>
      <p:sp>
        <p:nvSpPr>
          <p:cNvPr id="426" name="TextBox 425"/>
          <p:cNvSpPr txBox="1"/>
          <p:nvPr/>
        </p:nvSpPr>
        <p:spPr>
          <a:xfrm>
            <a:off x="2926080" y="42976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E8EEF7"/>
                </a:solidFill>
                <a:latin typeface="Microsoft YaHei"/>
              </a:rPr>
              <a:t>wf_sec_scan_003</a:t>
            </a:r>
          </a:p>
        </p:txBody>
      </p:sp>
      <p:sp>
        <p:nvSpPr>
          <p:cNvPr id="427" name="Rounded Rectangle 426"/>
          <p:cNvSpPr/>
          <p:nvPr/>
        </p:nvSpPr>
        <p:spPr>
          <a:xfrm>
            <a:off x="5943600" y="4343400"/>
            <a:ext cx="1463040" cy="914400"/>
          </a:xfrm>
          <a:prstGeom prst="roundRect">
            <a:avLst/>
          </a:prstGeom>
          <a:solidFill>
            <a:srgbClr val="1A0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" name="Rectangle 427"/>
          <p:cNvSpPr/>
          <p:nvPr/>
        </p:nvSpPr>
        <p:spPr>
          <a:xfrm>
            <a:off x="5943600" y="4343400"/>
            <a:ext cx="54864" cy="9144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" name="Rectangle 428"/>
          <p:cNvSpPr/>
          <p:nvPr/>
        </p:nvSpPr>
        <p:spPr>
          <a:xfrm>
            <a:off x="5943600" y="4343400"/>
            <a:ext cx="1463040" cy="18288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" name="TextBox 429"/>
          <p:cNvSpPr txBox="1"/>
          <p:nvPr/>
        </p:nvSpPr>
        <p:spPr>
          <a:xfrm>
            <a:off x="6126480" y="4480560"/>
            <a:ext cx="1188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>
                <a:solidFill>
                  <a:srgbClr val="4CAF50"/>
                </a:solidFill>
                <a:latin typeface="Microsoft YaHei"/>
              </a:rPr>
              <a:t>98.0</a:t>
            </a:r>
          </a:p>
        </p:txBody>
      </p:sp>
      <p:sp>
        <p:nvSpPr>
          <p:cNvPr id="431" name="TextBox 430"/>
          <p:cNvSpPr txBox="1"/>
          <p:nvPr/>
        </p:nvSpPr>
        <p:spPr>
          <a:xfrm>
            <a:off x="6126480" y="4910328"/>
            <a:ext cx="11887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E8EEF7"/>
                </a:solidFill>
                <a:latin typeface="Microsoft YaHei"/>
              </a:rPr>
              <a:t>评分</a:t>
            </a:r>
          </a:p>
        </p:txBody>
      </p:sp>
      <p:sp>
        <p:nvSpPr>
          <p:cNvPr id="432" name="TextBox 431"/>
          <p:cNvSpPr txBox="1"/>
          <p:nvPr/>
        </p:nvSpPr>
        <p:spPr>
          <a:xfrm>
            <a:off x="7680960" y="43434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4FC3F7"/>
                </a:solidFill>
                <a:latin typeface="Microsoft YaHei"/>
              </a:rPr>
              <a:t>存证: 0x9e2f4a8b</a:t>
            </a:r>
          </a:p>
        </p:txBody>
      </p:sp>
      <p:sp>
        <p:nvSpPr>
          <p:cNvPr id="433" name="TextBox 432"/>
          <p:cNvSpPr txBox="1"/>
          <p:nvPr/>
        </p:nvSpPr>
        <p:spPr>
          <a:xfrm>
            <a:off x="7680960" y="470916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9AA5B5"/>
                </a:solidFill>
                <a:latin typeface="Microsoft YaHei"/>
              </a:rPr>
              <a:t>scan.botchain.ai/tx/0x9e2f4a8b...</a:t>
            </a:r>
          </a:p>
        </p:txBody>
      </p:sp>
      <p:sp>
        <p:nvSpPr>
          <p:cNvPr id="434" name="TextBox 433"/>
          <p:cNvSpPr txBox="1"/>
          <p:nvPr/>
        </p:nvSpPr>
        <p:spPr>
          <a:xfrm>
            <a:off x="731520" y="5669280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E8EEF7"/>
                </a:solidFill>
                <a:latin typeface="Microsoft YaHei"/>
              </a:rPr>
              <a:t>全链路：创建工作流 → 多智能体执行 → 五维评分 → 哈希上链 → Scan 验证</a:t>
            </a:r>
          </a:p>
        </p:txBody>
      </p:sp>
      <p:sp>
        <p:nvSpPr>
          <p:cNvPr id="435" name="Oval 434"/>
          <p:cNvSpPr/>
          <p:nvPr/>
        </p:nvSpPr>
        <p:spPr>
          <a:xfrm>
            <a:off x="274320" y="1554480"/>
            <a:ext cx="457200" cy="45720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" name="Oval 435"/>
          <p:cNvSpPr/>
          <p:nvPr/>
        </p:nvSpPr>
        <p:spPr>
          <a:xfrm>
            <a:off x="388620" y="1668780"/>
            <a:ext cx="228600" cy="228600"/>
          </a:xfrm>
          <a:prstGeom prst="ellipse">
            <a:avLst/>
          </a:prstGeom>
          <a:solidFill>
            <a:srgbClr val="12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" name="Rectangle 436"/>
          <p:cNvSpPr/>
          <p:nvPr/>
        </p:nvSpPr>
        <p:spPr>
          <a:xfrm>
            <a:off x="0" y="6565392"/>
            <a:ext cx="12191695" cy="45720"/>
          </a:xfrm>
          <a:prstGeom prst="rect">
            <a:avLst/>
          </a:prstGeom>
          <a:solidFill>
            <a:srgbClr val="1A0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" name="Rectangle 437"/>
          <p:cNvSpPr/>
          <p:nvPr/>
        </p:nvSpPr>
        <p:spPr>
          <a:xfrm>
            <a:off x="0" y="6565392"/>
            <a:ext cx="8940576" cy="457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" name="Rectangle 438"/>
          <p:cNvSpPr/>
          <p:nvPr/>
        </p:nvSpPr>
        <p:spPr>
          <a:xfrm>
            <a:off x="0" y="6551676"/>
            <a:ext cx="8940576" cy="109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" name="Oval 439"/>
          <p:cNvSpPr/>
          <p:nvPr/>
        </p:nvSpPr>
        <p:spPr>
          <a:xfrm>
            <a:off x="457200" y="6693408"/>
            <a:ext cx="73152" cy="73152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" name="Oval 440"/>
          <p:cNvSpPr/>
          <p:nvPr/>
        </p:nvSpPr>
        <p:spPr>
          <a:xfrm>
            <a:off x="566928" y="6711696"/>
            <a:ext cx="45720" cy="45720"/>
          </a:xfrm>
          <a:prstGeom prst="ellipse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" name="TextBox 441"/>
          <p:cNvSpPr txBox="1"/>
          <p:nvPr/>
        </p:nvSpPr>
        <p:spPr>
          <a:xfrm>
            <a:off x="685800" y="662940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9AA5B5"/>
                </a:solidFill>
                <a:latin typeface="Microsoft YaHei"/>
              </a:rPr>
              <a:t>FlowForge AI  ·  Shadu Team  ·  v2.67</a:t>
            </a:r>
          </a:p>
        </p:txBody>
      </p:sp>
      <p:sp>
        <p:nvSpPr>
          <p:cNvPr id="443" name="TextBox 442"/>
          <p:cNvSpPr txBox="1"/>
          <p:nvPr/>
        </p:nvSpPr>
        <p:spPr>
          <a:xfrm>
            <a:off x="10058400" y="662940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>
                <a:solidFill>
                  <a:srgbClr val="00E5FF"/>
                </a:solidFill>
                <a:latin typeface="Microsoft YaHei"/>
              </a:rPr>
              <a:t>[ 11 / 15 ]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1628"/>
            </a:gs>
            <a:gs pos="100000">
              <a:srgbClr val="1A0B2E"/>
            </a:gs>
          </a:gsLst>
          <a:lin scaled="0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789920" y="0"/>
            <a:ext cx="1401775" cy="2011680"/>
          </a:xfrm>
          <a:prstGeom prst="ellipse">
            <a:avLst/>
          </a:prstGeom>
          <a:solidFill>
            <a:srgbClr val="F5B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155680" y="0"/>
            <a:ext cx="1036015" cy="1097280"/>
          </a:xfrm>
          <a:prstGeom prst="ellips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0" y="5486400"/>
            <a:ext cx="1645920" cy="1371600"/>
          </a:xfrm>
          <a:prstGeom prst="ellips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704320" y="5029200"/>
            <a:ext cx="487375" cy="914400"/>
          </a:xfrm>
          <a:prstGeom prst="ellipse">
            <a:avLst/>
          </a:prstGeom>
          <a:solidFill>
            <a:srgbClr val="F5B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A0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5486400"/>
            <a:ext cx="12191695" cy="13716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0" y="2286000"/>
            <a:ext cx="3200400" cy="3200400"/>
          </a:xfrm>
          <a:prstGeom prst="ellipse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515600" y="1828800"/>
            <a:ext cx="1676095" cy="3200400"/>
          </a:xfrm>
          <a:prstGeom prst="ellipse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0" y="0"/>
            <a:ext cx="4572000" cy="4572000"/>
          </a:xfrm>
          <a:prstGeom prst="ellipse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0" y="2743200"/>
            <a:ext cx="3047695" cy="4114800"/>
          </a:xfrm>
          <a:prstGeom prst="ellipse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57600" y="0"/>
            <a:ext cx="3657600" cy="3657600"/>
          </a:xfrm>
          <a:prstGeom prst="ellipse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64592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6888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9184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1480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93776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76072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0664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5256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87552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69848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52144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2344400" y="0"/>
            <a:ext cx="182880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74320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2295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371600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920240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468880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017520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566160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114800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663440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21207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76071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30935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85799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40663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95527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50391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05255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60119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14983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69847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124711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179575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274320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82295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371600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920240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2468880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3017520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3566160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4114800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4663440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521207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576071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630935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685799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740663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795527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50391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905255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960119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1014983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1069847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1124711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179575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274320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82295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1371600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1920240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2468880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3017520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3566160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4114800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4663440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521207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576071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630935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685799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740663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795527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850391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905255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960119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1014983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1069847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1124711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1179575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274320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82295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1371600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1920240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2468880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3017520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3566160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4114800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4663440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521207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576071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630935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685799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740663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795527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850391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905255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960119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1014983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1069847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1124711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1179575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274320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82295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1371600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1920240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2468880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3017520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3566160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4114800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4663440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521207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576071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630935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685799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740663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795527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850391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905255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960119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1014983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1069847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1124711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1179575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274320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82295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1371600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1920240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2468880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3017520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3566160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4114800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4663440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521207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576071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630935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685799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740663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795527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850391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905255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960119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1014983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1069847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1124711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1179575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274320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82295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1371600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1920240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2468880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3017520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3566160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4114800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4663440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521207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576071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630935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685799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740663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795527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850391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905255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960119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1014983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1069847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1124711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1179575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274320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82295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1371600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1920240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2468880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3017520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3566160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4114800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4663440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521207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576071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630935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xfrm>
            <a:off x="685799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xfrm>
            <a:off x="740663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Oval 198"/>
          <p:cNvSpPr/>
          <p:nvPr/>
        </p:nvSpPr>
        <p:spPr>
          <a:xfrm>
            <a:off x="795527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>
            <a:off x="850391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905255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960119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1014983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1069847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Oval 204"/>
          <p:cNvSpPr/>
          <p:nvPr/>
        </p:nvSpPr>
        <p:spPr>
          <a:xfrm>
            <a:off x="1124711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Oval 205"/>
          <p:cNvSpPr/>
          <p:nvPr/>
        </p:nvSpPr>
        <p:spPr>
          <a:xfrm>
            <a:off x="1179575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>
            <a:off x="274320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Oval 207"/>
          <p:cNvSpPr/>
          <p:nvPr/>
        </p:nvSpPr>
        <p:spPr>
          <a:xfrm>
            <a:off x="82295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Oval 208"/>
          <p:cNvSpPr/>
          <p:nvPr/>
        </p:nvSpPr>
        <p:spPr>
          <a:xfrm>
            <a:off x="1371600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Oval 209"/>
          <p:cNvSpPr/>
          <p:nvPr/>
        </p:nvSpPr>
        <p:spPr>
          <a:xfrm>
            <a:off x="1920240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Oval 210"/>
          <p:cNvSpPr/>
          <p:nvPr/>
        </p:nvSpPr>
        <p:spPr>
          <a:xfrm>
            <a:off x="2468880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Oval 211"/>
          <p:cNvSpPr/>
          <p:nvPr/>
        </p:nvSpPr>
        <p:spPr>
          <a:xfrm>
            <a:off x="3017520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Oval 212"/>
          <p:cNvSpPr/>
          <p:nvPr/>
        </p:nvSpPr>
        <p:spPr>
          <a:xfrm>
            <a:off x="3566160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4114800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4663440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521207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576071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630935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685799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740663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795527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850391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905255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960119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1014983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1069847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1124711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1179575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274320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82295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1371600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1920240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2468880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3017520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3566160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4114800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4663440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521207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576071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630935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685799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740663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Oval 242"/>
          <p:cNvSpPr/>
          <p:nvPr/>
        </p:nvSpPr>
        <p:spPr>
          <a:xfrm>
            <a:off x="795527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Oval 243"/>
          <p:cNvSpPr/>
          <p:nvPr/>
        </p:nvSpPr>
        <p:spPr>
          <a:xfrm>
            <a:off x="850391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Oval 244"/>
          <p:cNvSpPr/>
          <p:nvPr/>
        </p:nvSpPr>
        <p:spPr>
          <a:xfrm>
            <a:off x="905255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Oval 245"/>
          <p:cNvSpPr/>
          <p:nvPr/>
        </p:nvSpPr>
        <p:spPr>
          <a:xfrm>
            <a:off x="960119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Oval 246"/>
          <p:cNvSpPr/>
          <p:nvPr/>
        </p:nvSpPr>
        <p:spPr>
          <a:xfrm>
            <a:off x="1014983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Oval 247"/>
          <p:cNvSpPr/>
          <p:nvPr/>
        </p:nvSpPr>
        <p:spPr>
          <a:xfrm>
            <a:off x="1069847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Oval 248"/>
          <p:cNvSpPr/>
          <p:nvPr/>
        </p:nvSpPr>
        <p:spPr>
          <a:xfrm>
            <a:off x="1124711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Oval 249"/>
          <p:cNvSpPr/>
          <p:nvPr/>
        </p:nvSpPr>
        <p:spPr>
          <a:xfrm>
            <a:off x="1179575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Oval 250"/>
          <p:cNvSpPr/>
          <p:nvPr/>
        </p:nvSpPr>
        <p:spPr>
          <a:xfrm>
            <a:off x="274320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Oval 251"/>
          <p:cNvSpPr/>
          <p:nvPr/>
        </p:nvSpPr>
        <p:spPr>
          <a:xfrm>
            <a:off x="82295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Oval 252"/>
          <p:cNvSpPr/>
          <p:nvPr/>
        </p:nvSpPr>
        <p:spPr>
          <a:xfrm>
            <a:off x="1371600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Oval 253"/>
          <p:cNvSpPr/>
          <p:nvPr/>
        </p:nvSpPr>
        <p:spPr>
          <a:xfrm>
            <a:off x="1920240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Oval 254"/>
          <p:cNvSpPr/>
          <p:nvPr/>
        </p:nvSpPr>
        <p:spPr>
          <a:xfrm>
            <a:off x="2468880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Oval 255"/>
          <p:cNvSpPr/>
          <p:nvPr/>
        </p:nvSpPr>
        <p:spPr>
          <a:xfrm>
            <a:off x="3017520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Oval 256"/>
          <p:cNvSpPr/>
          <p:nvPr/>
        </p:nvSpPr>
        <p:spPr>
          <a:xfrm>
            <a:off x="3566160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Oval 257"/>
          <p:cNvSpPr/>
          <p:nvPr/>
        </p:nvSpPr>
        <p:spPr>
          <a:xfrm>
            <a:off x="4114800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Oval 258"/>
          <p:cNvSpPr/>
          <p:nvPr/>
        </p:nvSpPr>
        <p:spPr>
          <a:xfrm>
            <a:off x="4663440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Oval 259"/>
          <p:cNvSpPr/>
          <p:nvPr/>
        </p:nvSpPr>
        <p:spPr>
          <a:xfrm>
            <a:off x="521207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Oval 260"/>
          <p:cNvSpPr/>
          <p:nvPr/>
        </p:nvSpPr>
        <p:spPr>
          <a:xfrm>
            <a:off x="576071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Oval 261"/>
          <p:cNvSpPr/>
          <p:nvPr/>
        </p:nvSpPr>
        <p:spPr>
          <a:xfrm>
            <a:off x="630935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Oval 262"/>
          <p:cNvSpPr/>
          <p:nvPr/>
        </p:nvSpPr>
        <p:spPr>
          <a:xfrm>
            <a:off x="685799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Oval 263"/>
          <p:cNvSpPr/>
          <p:nvPr/>
        </p:nvSpPr>
        <p:spPr>
          <a:xfrm>
            <a:off x="740663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Oval 264"/>
          <p:cNvSpPr/>
          <p:nvPr/>
        </p:nvSpPr>
        <p:spPr>
          <a:xfrm>
            <a:off x="795527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Oval 265"/>
          <p:cNvSpPr/>
          <p:nvPr/>
        </p:nvSpPr>
        <p:spPr>
          <a:xfrm>
            <a:off x="850391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Oval 266"/>
          <p:cNvSpPr/>
          <p:nvPr/>
        </p:nvSpPr>
        <p:spPr>
          <a:xfrm>
            <a:off x="905255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Oval 267"/>
          <p:cNvSpPr/>
          <p:nvPr/>
        </p:nvSpPr>
        <p:spPr>
          <a:xfrm>
            <a:off x="960119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Oval 268"/>
          <p:cNvSpPr/>
          <p:nvPr/>
        </p:nvSpPr>
        <p:spPr>
          <a:xfrm>
            <a:off x="1014983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Oval 269"/>
          <p:cNvSpPr/>
          <p:nvPr/>
        </p:nvSpPr>
        <p:spPr>
          <a:xfrm>
            <a:off x="1069847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Oval 270"/>
          <p:cNvSpPr/>
          <p:nvPr/>
        </p:nvSpPr>
        <p:spPr>
          <a:xfrm>
            <a:off x="1124711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Oval 271"/>
          <p:cNvSpPr/>
          <p:nvPr/>
        </p:nvSpPr>
        <p:spPr>
          <a:xfrm>
            <a:off x="1179575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Oval 272"/>
          <p:cNvSpPr/>
          <p:nvPr/>
        </p:nvSpPr>
        <p:spPr>
          <a:xfrm>
            <a:off x="274320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Oval 273"/>
          <p:cNvSpPr/>
          <p:nvPr/>
        </p:nvSpPr>
        <p:spPr>
          <a:xfrm>
            <a:off x="82295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Oval 274"/>
          <p:cNvSpPr/>
          <p:nvPr/>
        </p:nvSpPr>
        <p:spPr>
          <a:xfrm>
            <a:off x="1371600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Oval 275"/>
          <p:cNvSpPr/>
          <p:nvPr/>
        </p:nvSpPr>
        <p:spPr>
          <a:xfrm>
            <a:off x="1920240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Oval 276"/>
          <p:cNvSpPr/>
          <p:nvPr/>
        </p:nvSpPr>
        <p:spPr>
          <a:xfrm>
            <a:off x="2468880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Oval 277"/>
          <p:cNvSpPr/>
          <p:nvPr/>
        </p:nvSpPr>
        <p:spPr>
          <a:xfrm>
            <a:off x="3017520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Oval 278"/>
          <p:cNvSpPr/>
          <p:nvPr/>
        </p:nvSpPr>
        <p:spPr>
          <a:xfrm>
            <a:off x="3566160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Oval 279"/>
          <p:cNvSpPr/>
          <p:nvPr/>
        </p:nvSpPr>
        <p:spPr>
          <a:xfrm>
            <a:off x="4114800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Oval 280"/>
          <p:cNvSpPr/>
          <p:nvPr/>
        </p:nvSpPr>
        <p:spPr>
          <a:xfrm>
            <a:off x="4663440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Oval 281"/>
          <p:cNvSpPr/>
          <p:nvPr/>
        </p:nvSpPr>
        <p:spPr>
          <a:xfrm>
            <a:off x="521207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Oval 282"/>
          <p:cNvSpPr/>
          <p:nvPr/>
        </p:nvSpPr>
        <p:spPr>
          <a:xfrm>
            <a:off x="576071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Oval 283"/>
          <p:cNvSpPr/>
          <p:nvPr/>
        </p:nvSpPr>
        <p:spPr>
          <a:xfrm>
            <a:off x="630935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Oval 284"/>
          <p:cNvSpPr/>
          <p:nvPr/>
        </p:nvSpPr>
        <p:spPr>
          <a:xfrm>
            <a:off x="685799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Oval 285"/>
          <p:cNvSpPr/>
          <p:nvPr/>
        </p:nvSpPr>
        <p:spPr>
          <a:xfrm>
            <a:off x="740663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Oval 286"/>
          <p:cNvSpPr/>
          <p:nvPr/>
        </p:nvSpPr>
        <p:spPr>
          <a:xfrm>
            <a:off x="795527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Oval 287"/>
          <p:cNvSpPr/>
          <p:nvPr/>
        </p:nvSpPr>
        <p:spPr>
          <a:xfrm>
            <a:off x="850391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Oval 288"/>
          <p:cNvSpPr/>
          <p:nvPr/>
        </p:nvSpPr>
        <p:spPr>
          <a:xfrm>
            <a:off x="905255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Oval 289"/>
          <p:cNvSpPr/>
          <p:nvPr/>
        </p:nvSpPr>
        <p:spPr>
          <a:xfrm>
            <a:off x="960119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Oval 290"/>
          <p:cNvSpPr/>
          <p:nvPr/>
        </p:nvSpPr>
        <p:spPr>
          <a:xfrm>
            <a:off x="1014983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Oval 291"/>
          <p:cNvSpPr/>
          <p:nvPr/>
        </p:nvSpPr>
        <p:spPr>
          <a:xfrm>
            <a:off x="1069847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Oval 292"/>
          <p:cNvSpPr/>
          <p:nvPr/>
        </p:nvSpPr>
        <p:spPr>
          <a:xfrm>
            <a:off x="1124711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Oval 293"/>
          <p:cNvSpPr/>
          <p:nvPr/>
        </p:nvSpPr>
        <p:spPr>
          <a:xfrm>
            <a:off x="1179575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Rectangle 294"/>
          <p:cNvSpPr/>
          <p:nvPr/>
        </p:nvSpPr>
        <p:spPr>
          <a:xfrm>
            <a:off x="91479" y="4257697"/>
            <a:ext cx="2583260" cy="109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Rectangle 295"/>
          <p:cNvSpPr/>
          <p:nvPr/>
        </p:nvSpPr>
        <p:spPr>
          <a:xfrm>
            <a:off x="2693717" y="1783875"/>
            <a:ext cx="3685122" cy="109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Rectangle 296"/>
          <p:cNvSpPr/>
          <p:nvPr/>
        </p:nvSpPr>
        <p:spPr>
          <a:xfrm>
            <a:off x="317987" y="5759958"/>
            <a:ext cx="2986215" cy="109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Rectangle 297"/>
          <p:cNvSpPr/>
          <p:nvPr/>
        </p:nvSpPr>
        <p:spPr>
          <a:xfrm>
            <a:off x="799690" y="634302"/>
            <a:ext cx="3215090" cy="109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Rectangle 298"/>
          <p:cNvSpPr/>
          <p:nvPr/>
        </p:nvSpPr>
        <p:spPr>
          <a:xfrm>
            <a:off x="727268" y="614919"/>
            <a:ext cx="3611562" cy="109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ectangle 299"/>
          <p:cNvSpPr/>
          <p:nvPr/>
        </p:nvSpPr>
        <p:spPr>
          <a:xfrm>
            <a:off x="806283" y="3696114"/>
            <a:ext cx="3445273" cy="109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Rectangle 300"/>
          <p:cNvSpPr/>
          <p:nvPr/>
        </p:nvSpPr>
        <p:spPr>
          <a:xfrm>
            <a:off x="9560961" y="23769"/>
            <a:ext cx="10972" cy="3302482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Rectangle 301"/>
          <p:cNvSpPr/>
          <p:nvPr/>
        </p:nvSpPr>
        <p:spPr>
          <a:xfrm>
            <a:off x="8309257" y="1244500"/>
            <a:ext cx="10972" cy="2113140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ectangle 302"/>
          <p:cNvSpPr/>
          <p:nvPr/>
        </p:nvSpPr>
        <p:spPr>
          <a:xfrm>
            <a:off x="11223090" y="1231128"/>
            <a:ext cx="10972" cy="1998413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Rectangle 303"/>
          <p:cNvSpPr/>
          <p:nvPr/>
        </p:nvSpPr>
        <p:spPr>
          <a:xfrm>
            <a:off x="1544980" y="3099795"/>
            <a:ext cx="10972" cy="2932894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Rectangle 304"/>
          <p:cNvSpPr/>
          <p:nvPr/>
        </p:nvSpPr>
        <p:spPr>
          <a:xfrm>
            <a:off x="9535068" y="2669066"/>
            <a:ext cx="10972" cy="2809453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Oval 305"/>
          <p:cNvSpPr/>
          <p:nvPr/>
        </p:nvSpPr>
        <p:spPr>
          <a:xfrm>
            <a:off x="11135004" y="2637830"/>
            <a:ext cx="54864" cy="5486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Oval 306"/>
          <p:cNvSpPr/>
          <p:nvPr/>
        </p:nvSpPr>
        <p:spPr>
          <a:xfrm>
            <a:off x="11116716" y="2619542"/>
            <a:ext cx="91440" cy="914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Oval 307"/>
          <p:cNvSpPr/>
          <p:nvPr/>
        </p:nvSpPr>
        <p:spPr>
          <a:xfrm>
            <a:off x="6514631" y="5235168"/>
            <a:ext cx="54864" cy="5486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Oval 308"/>
          <p:cNvSpPr/>
          <p:nvPr/>
        </p:nvSpPr>
        <p:spPr>
          <a:xfrm>
            <a:off x="6496343" y="5216880"/>
            <a:ext cx="91440" cy="914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Oval 309"/>
          <p:cNvSpPr/>
          <p:nvPr/>
        </p:nvSpPr>
        <p:spPr>
          <a:xfrm>
            <a:off x="7244093" y="5421252"/>
            <a:ext cx="54864" cy="5486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Oval 310"/>
          <p:cNvSpPr/>
          <p:nvPr/>
        </p:nvSpPr>
        <p:spPr>
          <a:xfrm>
            <a:off x="7225805" y="5402964"/>
            <a:ext cx="91440" cy="914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Oval 311"/>
          <p:cNvSpPr/>
          <p:nvPr/>
        </p:nvSpPr>
        <p:spPr>
          <a:xfrm>
            <a:off x="6792369" y="4516041"/>
            <a:ext cx="54864" cy="5486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Oval 312"/>
          <p:cNvSpPr/>
          <p:nvPr/>
        </p:nvSpPr>
        <p:spPr>
          <a:xfrm>
            <a:off x="6774081" y="4497753"/>
            <a:ext cx="91440" cy="914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Oval 313"/>
          <p:cNvSpPr/>
          <p:nvPr/>
        </p:nvSpPr>
        <p:spPr>
          <a:xfrm>
            <a:off x="960021" y="1770058"/>
            <a:ext cx="54864" cy="5486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Oval 314"/>
          <p:cNvSpPr/>
          <p:nvPr/>
        </p:nvSpPr>
        <p:spPr>
          <a:xfrm>
            <a:off x="941733" y="1751770"/>
            <a:ext cx="91440" cy="914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Oval 315"/>
          <p:cNvSpPr/>
          <p:nvPr/>
        </p:nvSpPr>
        <p:spPr>
          <a:xfrm>
            <a:off x="3632596" y="916859"/>
            <a:ext cx="54864" cy="5486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Oval 316"/>
          <p:cNvSpPr/>
          <p:nvPr/>
        </p:nvSpPr>
        <p:spPr>
          <a:xfrm>
            <a:off x="3614308" y="898571"/>
            <a:ext cx="91440" cy="914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Oval 317"/>
          <p:cNvSpPr/>
          <p:nvPr/>
        </p:nvSpPr>
        <p:spPr>
          <a:xfrm>
            <a:off x="3011567" y="1039040"/>
            <a:ext cx="54864" cy="5486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Oval 318"/>
          <p:cNvSpPr/>
          <p:nvPr/>
        </p:nvSpPr>
        <p:spPr>
          <a:xfrm>
            <a:off x="2993279" y="1020752"/>
            <a:ext cx="91440" cy="914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Oval 319"/>
          <p:cNvSpPr/>
          <p:nvPr/>
        </p:nvSpPr>
        <p:spPr>
          <a:xfrm>
            <a:off x="3507348" y="4119200"/>
            <a:ext cx="54864" cy="5486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Oval 320"/>
          <p:cNvSpPr/>
          <p:nvPr/>
        </p:nvSpPr>
        <p:spPr>
          <a:xfrm>
            <a:off x="3489060" y="4100912"/>
            <a:ext cx="91440" cy="914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Oval 321"/>
          <p:cNvSpPr/>
          <p:nvPr/>
        </p:nvSpPr>
        <p:spPr>
          <a:xfrm>
            <a:off x="4460430" y="2589708"/>
            <a:ext cx="54864" cy="5486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Oval 322"/>
          <p:cNvSpPr/>
          <p:nvPr/>
        </p:nvSpPr>
        <p:spPr>
          <a:xfrm>
            <a:off x="4442142" y="2571420"/>
            <a:ext cx="91440" cy="914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Oval 323"/>
          <p:cNvSpPr/>
          <p:nvPr/>
        </p:nvSpPr>
        <p:spPr>
          <a:xfrm>
            <a:off x="2756078" y="1995184"/>
            <a:ext cx="54864" cy="5486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Oval 324"/>
          <p:cNvSpPr/>
          <p:nvPr/>
        </p:nvSpPr>
        <p:spPr>
          <a:xfrm>
            <a:off x="2737790" y="1976896"/>
            <a:ext cx="91440" cy="914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Rectangle 325"/>
          <p:cNvSpPr/>
          <p:nvPr/>
        </p:nvSpPr>
        <p:spPr>
          <a:xfrm>
            <a:off x="0" y="182880"/>
            <a:ext cx="4114800" cy="1828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Rectangle 326"/>
          <p:cNvSpPr/>
          <p:nvPr/>
        </p:nvSpPr>
        <p:spPr>
          <a:xfrm>
            <a:off x="0" y="320040"/>
            <a:ext cx="2743200" cy="13716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Rectangle 327"/>
          <p:cNvSpPr/>
          <p:nvPr/>
        </p:nvSpPr>
        <p:spPr>
          <a:xfrm>
            <a:off x="8046720" y="6446520"/>
            <a:ext cx="4114800" cy="18288"/>
          </a:xfrm>
          <a:prstGeom prst="rect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Rectangle 328"/>
          <p:cNvSpPr/>
          <p:nvPr/>
        </p:nvSpPr>
        <p:spPr>
          <a:xfrm>
            <a:off x="9418320" y="6309360"/>
            <a:ext cx="2743200" cy="1371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Rectangle 329"/>
          <p:cNvSpPr/>
          <p:nvPr/>
        </p:nvSpPr>
        <p:spPr>
          <a:xfrm>
            <a:off x="5029200" y="0"/>
            <a:ext cx="9144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Rectangle 330"/>
          <p:cNvSpPr/>
          <p:nvPr/>
        </p:nvSpPr>
        <p:spPr>
          <a:xfrm>
            <a:off x="5166360" y="0"/>
            <a:ext cx="9144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Rectangle 331"/>
          <p:cNvSpPr/>
          <p:nvPr/>
        </p:nvSpPr>
        <p:spPr>
          <a:xfrm>
            <a:off x="5303520" y="0"/>
            <a:ext cx="9144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Rectangle 332"/>
          <p:cNvSpPr/>
          <p:nvPr/>
        </p:nvSpPr>
        <p:spPr>
          <a:xfrm>
            <a:off x="0" y="137160"/>
            <a:ext cx="12191695" cy="548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Rectangle 333"/>
          <p:cNvSpPr/>
          <p:nvPr/>
        </p:nvSpPr>
        <p:spPr>
          <a:xfrm>
            <a:off x="0" y="978408"/>
            <a:ext cx="12191695" cy="548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Rectangle 334"/>
          <p:cNvSpPr/>
          <p:nvPr/>
        </p:nvSpPr>
        <p:spPr>
          <a:xfrm>
            <a:off x="0" y="1819656"/>
            <a:ext cx="12191695" cy="548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Rectangle 335"/>
          <p:cNvSpPr/>
          <p:nvPr/>
        </p:nvSpPr>
        <p:spPr>
          <a:xfrm>
            <a:off x="0" y="2660904"/>
            <a:ext cx="12191695" cy="548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Rectangle 336"/>
          <p:cNvSpPr/>
          <p:nvPr/>
        </p:nvSpPr>
        <p:spPr>
          <a:xfrm>
            <a:off x="0" y="3502152"/>
            <a:ext cx="12191695" cy="548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Rectangle 337"/>
          <p:cNvSpPr/>
          <p:nvPr/>
        </p:nvSpPr>
        <p:spPr>
          <a:xfrm>
            <a:off x="0" y="4343400"/>
            <a:ext cx="12191695" cy="548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Rectangle 338"/>
          <p:cNvSpPr/>
          <p:nvPr/>
        </p:nvSpPr>
        <p:spPr>
          <a:xfrm>
            <a:off x="0" y="5184648"/>
            <a:ext cx="12191695" cy="548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Rectangle 339"/>
          <p:cNvSpPr/>
          <p:nvPr/>
        </p:nvSpPr>
        <p:spPr>
          <a:xfrm>
            <a:off x="0" y="6025896"/>
            <a:ext cx="12191695" cy="548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Oval 340"/>
          <p:cNvSpPr/>
          <p:nvPr/>
        </p:nvSpPr>
        <p:spPr>
          <a:xfrm>
            <a:off x="4835217" y="1361247"/>
            <a:ext cx="94339" cy="94339"/>
          </a:xfrm>
          <a:prstGeom prst="ellipse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Oval 341"/>
          <p:cNvSpPr/>
          <p:nvPr/>
        </p:nvSpPr>
        <p:spPr>
          <a:xfrm>
            <a:off x="6347216" y="4515070"/>
            <a:ext cx="91141" cy="91141"/>
          </a:xfrm>
          <a:prstGeom prst="ellipse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Oval 342"/>
          <p:cNvSpPr/>
          <p:nvPr/>
        </p:nvSpPr>
        <p:spPr>
          <a:xfrm>
            <a:off x="1768894" y="6349443"/>
            <a:ext cx="44408" cy="44408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Oval 343"/>
          <p:cNvSpPr/>
          <p:nvPr/>
        </p:nvSpPr>
        <p:spPr>
          <a:xfrm>
            <a:off x="5353617" y="2195498"/>
            <a:ext cx="64476" cy="64476"/>
          </a:xfrm>
          <a:prstGeom prst="ellipse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Oval 344"/>
          <p:cNvSpPr/>
          <p:nvPr/>
        </p:nvSpPr>
        <p:spPr>
          <a:xfrm>
            <a:off x="1585861" y="5312615"/>
            <a:ext cx="58162" cy="58162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Oval 345"/>
          <p:cNvSpPr/>
          <p:nvPr/>
        </p:nvSpPr>
        <p:spPr>
          <a:xfrm>
            <a:off x="5370210" y="1419817"/>
            <a:ext cx="47888" cy="47888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Oval 346"/>
          <p:cNvSpPr/>
          <p:nvPr/>
        </p:nvSpPr>
        <p:spPr>
          <a:xfrm>
            <a:off x="11604956" y="4210089"/>
            <a:ext cx="97515" cy="97515"/>
          </a:xfrm>
          <a:prstGeom prst="ellipse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Oval 347"/>
          <p:cNvSpPr/>
          <p:nvPr/>
        </p:nvSpPr>
        <p:spPr>
          <a:xfrm>
            <a:off x="9726414" y="4568740"/>
            <a:ext cx="69334" cy="69334"/>
          </a:xfrm>
          <a:prstGeom prst="ellipse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Oval 348"/>
          <p:cNvSpPr/>
          <p:nvPr/>
        </p:nvSpPr>
        <p:spPr>
          <a:xfrm>
            <a:off x="974463" y="1096331"/>
            <a:ext cx="37450" cy="3745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Oval 349"/>
          <p:cNvSpPr/>
          <p:nvPr/>
        </p:nvSpPr>
        <p:spPr>
          <a:xfrm>
            <a:off x="10439447" y="4646868"/>
            <a:ext cx="77961" cy="77961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Oval 350"/>
          <p:cNvSpPr/>
          <p:nvPr/>
        </p:nvSpPr>
        <p:spPr>
          <a:xfrm>
            <a:off x="6668467" y="713150"/>
            <a:ext cx="54870" cy="54870"/>
          </a:xfrm>
          <a:prstGeom prst="ellipse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Oval 351"/>
          <p:cNvSpPr/>
          <p:nvPr/>
        </p:nvSpPr>
        <p:spPr>
          <a:xfrm>
            <a:off x="11603437" y="2455060"/>
            <a:ext cx="38153" cy="38153"/>
          </a:xfrm>
          <a:prstGeom prst="ellipse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Oval 352"/>
          <p:cNvSpPr/>
          <p:nvPr/>
        </p:nvSpPr>
        <p:spPr>
          <a:xfrm>
            <a:off x="6860823" y="3934604"/>
            <a:ext cx="75416" cy="75416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Oval 353"/>
          <p:cNvSpPr/>
          <p:nvPr/>
        </p:nvSpPr>
        <p:spPr>
          <a:xfrm>
            <a:off x="3831632" y="2853451"/>
            <a:ext cx="84921" cy="84921"/>
          </a:xfrm>
          <a:prstGeom prst="ellipse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Oval 354"/>
          <p:cNvSpPr/>
          <p:nvPr/>
        </p:nvSpPr>
        <p:spPr>
          <a:xfrm>
            <a:off x="5750328" y="4098430"/>
            <a:ext cx="98027" cy="98027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Oval 355"/>
          <p:cNvSpPr/>
          <p:nvPr/>
        </p:nvSpPr>
        <p:spPr>
          <a:xfrm>
            <a:off x="9803789" y="397143"/>
            <a:ext cx="57201" cy="57201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Oval 356"/>
          <p:cNvSpPr/>
          <p:nvPr/>
        </p:nvSpPr>
        <p:spPr>
          <a:xfrm>
            <a:off x="5447626" y="4969001"/>
            <a:ext cx="81875" cy="81875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Oval 357"/>
          <p:cNvSpPr/>
          <p:nvPr/>
        </p:nvSpPr>
        <p:spPr>
          <a:xfrm>
            <a:off x="8872455" y="1060573"/>
            <a:ext cx="59183" cy="59183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Oval 358"/>
          <p:cNvSpPr/>
          <p:nvPr/>
        </p:nvSpPr>
        <p:spPr>
          <a:xfrm>
            <a:off x="8934753" y="2895632"/>
            <a:ext cx="66810" cy="6681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Oval 359"/>
          <p:cNvSpPr/>
          <p:nvPr/>
        </p:nvSpPr>
        <p:spPr>
          <a:xfrm>
            <a:off x="718963" y="6269433"/>
            <a:ext cx="97109" cy="97109"/>
          </a:xfrm>
          <a:prstGeom prst="ellipse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Oval 360"/>
          <p:cNvSpPr/>
          <p:nvPr/>
        </p:nvSpPr>
        <p:spPr>
          <a:xfrm>
            <a:off x="8870331" y="5019754"/>
            <a:ext cx="67484" cy="67484"/>
          </a:xfrm>
          <a:prstGeom prst="ellipse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Oval 361"/>
          <p:cNvSpPr/>
          <p:nvPr/>
        </p:nvSpPr>
        <p:spPr>
          <a:xfrm>
            <a:off x="1235623" y="4509817"/>
            <a:ext cx="70418" cy="70418"/>
          </a:xfrm>
          <a:prstGeom prst="ellipse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Oval 362"/>
          <p:cNvSpPr/>
          <p:nvPr/>
        </p:nvSpPr>
        <p:spPr>
          <a:xfrm>
            <a:off x="2404733" y="4806135"/>
            <a:ext cx="39306" cy="39306"/>
          </a:xfrm>
          <a:prstGeom prst="ellipse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Oval 363"/>
          <p:cNvSpPr/>
          <p:nvPr/>
        </p:nvSpPr>
        <p:spPr>
          <a:xfrm>
            <a:off x="2518251" y="2610412"/>
            <a:ext cx="75306" cy="75306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Oval 364"/>
          <p:cNvSpPr/>
          <p:nvPr/>
        </p:nvSpPr>
        <p:spPr>
          <a:xfrm>
            <a:off x="6375392" y="2664231"/>
            <a:ext cx="80753" cy="80753"/>
          </a:xfrm>
          <a:prstGeom prst="ellipse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Oval 365"/>
          <p:cNvSpPr/>
          <p:nvPr/>
        </p:nvSpPr>
        <p:spPr>
          <a:xfrm>
            <a:off x="3069473" y="5571498"/>
            <a:ext cx="38829" cy="38829"/>
          </a:xfrm>
          <a:prstGeom prst="ellipse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Oval 366"/>
          <p:cNvSpPr/>
          <p:nvPr/>
        </p:nvSpPr>
        <p:spPr>
          <a:xfrm>
            <a:off x="11772815" y="2672299"/>
            <a:ext cx="60213" cy="60213"/>
          </a:xfrm>
          <a:prstGeom prst="ellipse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Oval 367"/>
          <p:cNvSpPr/>
          <p:nvPr/>
        </p:nvSpPr>
        <p:spPr>
          <a:xfrm>
            <a:off x="10318903" y="3573868"/>
            <a:ext cx="74940" cy="749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Rectangle 368"/>
          <p:cNvSpPr/>
          <p:nvPr/>
        </p:nvSpPr>
        <p:spPr>
          <a:xfrm>
            <a:off x="137160" y="137160"/>
            <a:ext cx="347472" cy="4114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Rectangle 369"/>
          <p:cNvSpPr/>
          <p:nvPr/>
        </p:nvSpPr>
        <p:spPr>
          <a:xfrm>
            <a:off x="137160" y="137160"/>
            <a:ext cx="41148" cy="3474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Rectangle 370"/>
          <p:cNvSpPr/>
          <p:nvPr/>
        </p:nvSpPr>
        <p:spPr>
          <a:xfrm>
            <a:off x="11707063" y="137160"/>
            <a:ext cx="347472" cy="41148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Rectangle 371"/>
          <p:cNvSpPr/>
          <p:nvPr/>
        </p:nvSpPr>
        <p:spPr>
          <a:xfrm>
            <a:off x="12013387" y="137160"/>
            <a:ext cx="41148" cy="347472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Rectangle 372"/>
          <p:cNvSpPr/>
          <p:nvPr/>
        </p:nvSpPr>
        <p:spPr>
          <a:xfrm>
            <a:off x="137160" y="6679692"/>
            <a:ext cx="347472" cy="41148"/>
          </a:xfrm>
          <a:prstGeom prst="rect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Rectangle 373"/>
          <p:cNvSpPr/>
          <p:nvPr/>
        </p:nvSpPr>
        <p:spPr>
          <a:xfrm>
            <a:off x="137160" y="6373368"/>
            <a:ext cx="41148" cy="347472"/>
          </a:xfrm>
          <a:prstGeom prst="rect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Rectangle 374"/>
          <p:cNvSpPr/>
          <p:nvPr/>
        </p:nvSpPr>
        <p:spPr>
          <a:xfrm>
            <a:off x="11707063" y="6679692"/>
            <a:ext cx="347472" cy="4114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Rectangle 375"/>
          <p:cNvSpPr/>
          <p:nvPr/>
        </p:nvSpPr>
        <p:spPr>
          <a:xfrm>
            <a:off x="12013387" y="6373368"/>
            <a:ext cx="41148" cy="3474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Rectangle 376"/>
          <p:cNvSpPr/>
          <p:nvPr/>
        </p:nvSpPr>
        <p:spPr>
          <a:xfrm>
            <a:off x="54864" y="54864"/>
            <a:ext cx="12081967" cy="2286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Rectangle 377"/>
          <p:cNvSpPr/>
          <p:nvPr/>
        </p:nvSpPr>
        <p:spPr>
          <a:xfrm>
            <a:off x="54864" y="6780276"/>
            <a:ext cx="12081967" cy="2286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Rectangle 378"/>
          <p:cNvSpPr/>
          <p:nvPr/>
        </p:nvSpPr>
        <p:spPr>
          <a:xfrm>
            <a:off x="54864" y="54864"/>
            <a:ext cx="22860" cy="6748272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Rectangle 379"/>
          <p:cNvSpPr/>
          <p:nvPr/>
        </p:nvSpPr>
        <p:spPr>
          <a:xfrm>
            <a:off x="12113971" y="54864"/>
            <a:ext cx="22860" cy="6748272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Rectangle 380"/>
          <p:cNvSpPr/>
          <p:nvPr/>
        </p:nvSpPr>
        <p:spPr>
          <a:xfrm>
            <a:off x="82296" y="82296"/>
            <a:ext cx="12027103" cy="16459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Rectangle 381"/>
          <p:cNvSpPr/>
          <p:nvPr/>
        </p:nvSpPr>
        <p:spPr>
          <a:xfrm>
            <a:off x="82296" y="6759245"/>
            <a:ext cx="12027103" cy="16459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Rectangle 382"/>
          <p:cNvSpPr/>
          <p:nvPr/>
        </p:nvSpPr>
        <p:spPr>
          <a:xfrm>
            <a:off x="109728" y="109728"/>
            <a:ext cx="11972239" cy="109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Rectangle 383"/>
          <p:cNvSpPr/>
          <p:nvPr/>
        </p:nvSpPr>
        <p:spPr>
          <a:xfrm>
            <a:off x="109728" y="6737300"/>
            <a:ext cx="11972239" cy="109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Rectangle 384"/>
          <p:cNvSpPr/>
          <p:nvPr/>
        </p:nvSpPr>
        <p:spPr>
          <a:xfrm>
            <a:off x="109728" y="109728"/>
            <a:ext cx="10972" cy="663854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Rectangle 385"/>
          <p:cNvSpPr/>
          <p:nvPr/>
        </p:nvSpPr>
        <p:spPr>
          <a:xfrm>
            <a:off x="12070995" y="109728"/>
            <a:ext cx="10972" cy="663854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Rectangle 386"/>
          <p:cNvSpPr/>
          <p:nvPr/>
        </p:nvSpPr>
        <p:spPr>
          <a:xfrm>
            <a:off x="457200" y="365760"/>
            <a:ext cx="109728" cy="82296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Rectangle 387"/>
          <p:cNvSpPr/>
          <p:nvPr/>
        </p:nvSpPr>
        <p:spPr>
          <a:xfrm>
            <a:off x="566928" y="365760"/>
            <a:ext cx="36576" cy="822960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TextBox 388"/>
          <p:cNvSpPr txBox="1"/>
          <p:nvPr/>
        </p:nvSpPr>
        <p:spPr>
          <a:xfrm>
            <a:off x="713232" y="38404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00E5FF"/>
                </a:solidFill>
                <a:latin typeface="Microsoft YaHei"/>
              </a:rPr>
              <a:t>◢</a:t>
            </a:r>
          </a:p>
        </p:txBody>
      </p:sp>
      <p:sp>
        <p:nvSpPr>
          <p:cNvPr id="390" name="TextBox 389"/>
          <p:cNvSpPr txBox="1"/>
          <p:nvPr/>
        </p:nvSpPr>
        <p:spPr>
          <a:xfrm>
            <a:off x="1143000" y="347472"/>
            <a:ext cx="100584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200" b="1">
                <a:solidFill>
                  <a:srgbClr val="FFFFFF"/>
                </a:solidFill>
                <a:latin typeface="Microsoft YaHei"/>
              </a:rPr>
              <a:t>硬核攻克 5 大技术难题</a:t>
            </a:r>
          </a:p>
        </p:txBody>
      </p:sp>
      <p:sp>
        <p:nvSpPr>
          <p:cNvPr id="391" name="TextBox 390"/>
          <p:cNvSpPr txBox="1"/>
          <p:nvPr/>
        </p:nvSpPr>
        <p:spPr>
          <a:xfrm>
            <a:off x="1143000" y="932688"/>
            <a:ext cx="100584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00E5FF"/>
                </a:solidFill>
                <a:latin typeface="Microsoft YaHei"/>
              </a:rPr>
              <a:t>5 个关键难题 · 全部已解决</a:t>
            </a:r>
          </a:p>
        </p:txBody>
      </p:sp>
      <p:sp>
        <p:nvSpPr>
          <p:cNvPr id="392" name="Rectangle 391"/>
          <p:cNvSpPr/>
          <p:nvPr/>
        </p:nvSpPr>
        <p:spPr>
          <a:xfrm>
            <a:off x="1143000" y="1298448"/>
            <a:ext cx="3200400" cy="2743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Rectangle 392"/>
          <p:cNvSpPr/>
          <p:nvPr/>
        </p:nvSpPr>
        <p:spPr>
          <a:xfrm>
            <a:off x="4343400" y="1298448"/>
            <a:ext cx="2286000" cy="27432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Rectangle 393"/>
          <p:cNvSpPr/>
          <p:nvPr/>
        </p:nvSpPr>
        <p:spPr>
          <a:xfrm>
            <a:off x="6629400" y="1298448"/>
            <a:ext cx="1828800" cy="27432"/>
          </a:xfrm>
          <a:prstGeom prst="rect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Rectangle 394"/>
          <p:cNvSpPr/>
          <p:nvPr/>
        </p:nvSpPr>
        <p:spPr>
          <a:xfrm>
            <a:off x="8458200" y="1298448"/>
            <a:ext cx="1645920" cy="27432"/>
          </a:xfrm>
          <a:prstGeom prst="rect">
            <a:avLst/>
          </a:prstGeom>
          <a:solidFill>
            <a:srgbClr val="F5B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Rectangle 395"/>
          <p:cNvSpPr/>
          <p:nvPr/>
        </p:nvSpPr>
        <p:spPr>
          <a:xfrm>
            <a:off x="10104120" y="1298448"/>
            <a:ext cx="1097280" cy="2743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Rectangle 396"/>
          <p:cNvSpPr/>
          <p:nvPr/>
        </p:nvSpPr>
        <p:spPr>
          <a:xfrm>
            <a:off x="1097280" y="347472"/>
            <a:ext cx="10515600" cy="987552"/>
          </a:xfrm>
          <a:prstGeom prst="rect">
            <a:avLst/>
          </a:prstGeom>
          <a:solidFill>
            <a:srgbClr val="1A0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Oval 397"/>
          <p:cNvSpPr/>
          <p:nvPr/>
        </p:nvSpPr>
        <p:spPr>
          <a:xfrm>
            <a:off x="11247120" y="274320"/>
            <a:ext cx="640080" cy="64008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Oval 398"/>
          <p:cNvSpPr/>
          <p:nvPr/>
        </p:nvSpPr>
        <p:spPr>
          <a:xfrm>
            <a:off x="11292840" y="320040"/>
            <a:ext cx="548640" cy="548640"/>
          </a:xfrm>
          <a:prstGeom prst="ellipse">
            <a:avLst/>
          </a:prstGeom>
          <a:solidFill>
            <a:srgbClr val="1A0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TextBox 399"/>
          <p:cNvSpPr txBox="1"/>
          <p:nvPr/>
        </p:nvSpPr>
        <p:spPr>
          <a:xfrm>
            <a:off x="11247120" y="320040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2000" b="1">
                <a:solidFill>
                  <a:srgbClr val="00E5FF"/>
                </a:solidFill>
                <a:latin typeface="Microsoft YaHei"/>
              </a:rPr>
              <a:t>12</a:t>
            </a:r>
          </a:p>
        </p:txBody>
      </p:sp>
      <p:sp>
        <p:nvSpPr>
          <p:cNvPr id="401" name="TextBox 400"/>
          <p:cNvSpPr txBox="1"/>
          <p:nvPr/>
        </p:nvSpPr>
        <p:spPr>
          <a:xfrm>
            <a:off x="731520" y="146304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F5B642"/>
                </a:solidFill>
                <a:latin typeface="Microsoft YaHei"/>
              </a:rPr>
              <a:t>难题</a:t>
            </a:r>
          </a:p>
        </p:txBody>
      </p:sp>
      <p:sp>
        <p:nvSpPr>
          <p:cNvPr id="402" name="TextBox 401"/>
          <p:cNvSpPr txBox="1"/>
          <p:nvPr/>
        </p:nvSpPr>
        <p:spPr>
          <a:xfrm>
            <a:off x="3566160" y="146304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F5B642"/>
                </a:solidFill>
                <a:latin typeface="Microsoft YaHei"/>
              </a:rPr>
              <a:t>根因</a:t>
            </a:r>
          </a:p>
        </p:txBody>
      </p:sp>
      <p:sp>
        <p:nvSpPr>
          <p:cNvPr id="403" name="TextBox 402"/>
          <p:cNvSpPr txBox="1"/>
          <p:nvPr/>
        </p:nvSpPr>
        <p:spPr>
          <a:xfrm>
            <a:off x="6400800" y="146304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F5B642"/>
                </a:solidFill>
                <a:latin typeface="Microsoft YaHei"/>
              </a:rPr>
              <a:t>解决方案</a:t>
            </a:r>
          </a:p>
        </p:txBody>
      </p:sp>
      <p:sp>
        <p:nvSpPr>
          <p:cNvPr id="404" name="Rectangle 403"/>
          <p:cNvSpPr/>
          <p:nvPr/>
        </p:nvSpPr>
        <p:spPr>
          <a:xfrm>
            <a:off x="731520" y="1783080"/>
            <a:ext cx="10881360" cy="27432"/>
          </a:xfrm>
          <a:prstGeom prst="rect">
            <a:avLst/>
          </a:prstGeom>
          <a:solidFill>
            <a:srgbClr val="F5B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" name="Rounded Rectangle 404"/>
          <p:cNvSpPr/>
          <p:nvPr/>
        </p:nvSpPr>
        <p:spPr>
          <a:xfrm>
            <a:off x="731520" y="1920240"/>
            <a:ext cx="10881360" cy="777240"/>
          </a:xfrm>
          <a:prstGeom prst="roundRect">
            <a:avLst/>
          </a:prstGeom>
          <a:solidFill>
            <a:srgbClr val="12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" name="Rectangle 405"/>
          <p:cNvSpPr/>
          <p:nvPr/>
        </p:nvSpPr>
        <p:spPr>
          <a:xfrm>
            <a:off x="731520" y="1920240"/>
            <a:ext cx="54864" cy="77724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" name="TextBox 406"/>
          <p:cNvSpPr txBox="1"/>
          <p:nvPr/>
        </p:nvSpPr>
        <p:spPr>
          <a:xfrm>
            <a:off x="914400" y="2057400"/>
            <a:ext cx="25603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E53E3E"/>
                </a:solidFill>
                <a:latin typeface="Microsoft YaHei"/>
              </a:rPr>
              <a:t>Vue Flow 节点黑框</a:t>
            </a:r>
          </a:p>
        </p:txBody>
      </p:sp>
      <p:sp>
        <p:nvSpPr>
          <p:cNvPr id="408" name="TextBox 407"/>
          <p:cNvSpPr txBox="1"/>
          <p:nvPr/>
        </p:nvSpPr>
        <p:spPr>
          <a:xfrm>
            <a:off x="3566160" y="2057400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E8EEF7"/>
                </a:solidFill>
                <a:latin typeface="Microsoft YaHei"/>
              </a:rPr>
              <a:t>CSS 继承冲突</a:t>
            </a:r>
          </a:p>
        </p:txBody>
      </p:sp>
      <p:sp>
        <p:nvSpPr>
          <p:cNvPr id="409" name="TextBox 408"/>
          <p:cNvSpPr txBox="1"/>
          <p:nvPr/>
        </p:nvSpPr>
        <p:spPr>
          <a:xfrm>
            <a:off x="6400800" y="2057400"/>
            <a:ext cx="5029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4CAF50"/>
                </a:solidFill>
                <a:latin typeface="Microsoft YaHei"/>
              </a:rPr>
              <a:t>自定义节点 + scoped 样式 + border:none</a:t>
            </a:r>
          </a:p>
        </p:txBody>
      </p:sp>
      <p:sp>
        <p:nvSpPr>
          <p:cNvPr id="410" name="Rounded Rectangle 409"/>
          <p:cNvSpPr/>
          <p:nvPr/>
        </p:nvSpPr>
        <p:spPr>
          <a:xfrm>
            <a:off x="731520" y="2788920"/>
            <a:ext cx="10881360" cy="777240"/>
          </a:xfrm>
          <a:prstGeom prst="roundRect">
            <a:avLst/>
          </a:prstGeom>
          <a:solidFill>
            <a:srgbClr val="12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" name="Rectangle 410"/>
          <p:cNvSpPr/>
          <p:nvPr/>
        </p:nvSpPr>
        <p:spPr>
          <a:xfrm>
            <a:off x="731520" y="2788920"/>
            <a:ext cx="54864" cy="777240"/>
          </a:xfrm>
          <a:prstGeom prst="rect">
            <a:avLst/>
          </a:prstGeom>
          <a:solidFill>
            <a:srgbClr val="F5B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TextBox 411"/>
          <p:cNvSpPr txBox="1"/>
          <p:nvPr/>
        </p:nvSpPr>
        <p:spPr>
          <a:xfrm>
            <a:off x="914400" y="2926080"/>
            <a:ext cx="25603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F5B642"/>
                </a:solidFill>
                <a:latin typeface="Microsoft YaHei"/>
              </a:rPr>
              <a:t>拖拽节点失效</a:t>
            </a:r>
          </a:p>
        </p:txBody>
      </p:sp>
      <p:sp>
        <p:nvSpPr>
          <p:cNvPr id="413" name="TextBox 412"/>
          <p:cNvSpPr txBox="1"/>
          <p:nvPr/>
        </p:nvSpPr>
        <p:spPr>
          <a:xfrm>
            <a:off x="3566160" y="2926080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E8EEF7"/>
                </a:solidFill>
                <a:latin typeface="Microsoft YaHei"/>
              </a:rPr>
              <a:t>d3-zoom 变换矩阵未同步</a:t>
            </a:r>
          </a:p>
        </p:txBody>
      </p:sp>
      <p:sp>
        <p:nvSpPr>
          <p:cNvPr id="414" name="TextBox 413"/>
          <p:cNvSpPr txBox="1"/>
          <p:nvPr/>
        </p:nvSpPr>
        <p:spPr>
          <a:xfrm>
            <a:off x="6400800" y="2926080"/>
            <a:ext cx="5029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4CAF50"/>
                </a:solidFill>
                <a:latin typeface="Microsoft YaHei"/>
              </a:rPr>
              <a:t>统一 transform 上下文 + onNodesChange 同步</a:t>
            </a:r>
          </a:p>
        </p:txBody>
      </p:sp>
      <p:sp>
        <p:nvSpPr>
          <p:cNvPr id="415" name="Rounded Rectangle 414"/>
          <p:cNvSpPr/>
          <p:nvPr/>
        </p:nvSpPr>
        <p:spPr>
          <a:xfrm>
            <a:off x="731520" y="3657600"/>
            <a:ext cx="10881360" cy="777240"/>
          </a:xfrm>
          <a:prstGeom prst="roundRect">
            <a:avLst/>
          </a:prstGeom>
          <a:solidFill>
            <a:srgbClr val="12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Rectangle 415"/>
          <p:cNvSpPr/>
          <p:nvPr/>
        </p:nvSpPr>
        <p:spPr>
          <a:xfrm>
            <a:off x="731520" y="3657600"/>
            <a:ext cx="54864" cy="77724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" name="TextBox 416"/>
          <p:cNvSpPr txBox="1"/>
          <p:nvPr/>
        </p:nvSpPr>
        <p:spPr>
          <a:xfrm>
            <a:off x="914400" y="3794760"/>
            <a:ext cx="25603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4FC3F7"/>
                </a:solidFill>
                <a:latin typeface="Microsoft YaHei"/>
              </a:rPr>
              <a:t>BOT Chain RPC 超时</a:t>
            </a:r>
          </a:p>
        </p:txBody>
      </p:sp>
      <p:sp>
        <p:nvSpPr>
          <p:cNvPr id="418" name="TextBox 417"/>
          <p:cNvSpPr txBox="1"/>
          <p:nvPr/>
        </p:nvSpPr>
        <p:spPr>
          <a:xfrm>
            <a:off x="3566160" y="3794760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E8EEF7"/>
                </a:solidFill>
                <a:latin typeface="Microsoft YaHei"/>
              </a:rPr>
              <a:t>主网节点响应慢</a:t>
            </a:r>
          </a:p>
        </p:txBody>
      </p:sp>
      <p:sp>
        <p:nvSpPr>
          <p:cNvPr id="419" name="TextBox 418"/>
          <p:cNvSpPr txBox="1"/>
          <p:nvPr/>
        </p:nvSpPr>
        <p:spPr>
          <a:xfrm>
            <a:off x="6400800" y="3794760"/>
            <a:ext cx="5029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4CAF50"/>
                </a:solidFill>
                <a:latin typeface="Microsoft YaHei"/>
              </a:rPr>
              <a:t>异步提交 + 缓存 + 重试退避 + 批量上链</a:t>
            </a:r>
          </a:p>
        </p:txBody>
      </p:sp>
      <p:sp>
        <p:nvSpPr>
          <p:cNvPr id="420" name="Rounded Rectangle 419"/>
          <p:cNvSpPr/>
          <p:nvPr/>
        </p:nvSpPr>
        <p:spPr>
          <a:xfrm>
            <a:off x="731520" y="4526280"/>
            <a:ext cx="10881360" cy="777240"/>
          </a:xfrm>
          <a:prstGeom prst="roundRect">
            <a:avLst/>
          </a:prstGeom>
          <a:solidFill>
            <a:srgbClr val="12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" name="Rectangle 420"/>
          <p:cNvSpPr/>
          <p:nvPr/>
        </p:nvSpPr>
        <p:spPr>
          <a:xfrm>
            <a:off x="731520" y="4526280"/>
            <a:ext cx="54864" cy="777240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" name="TextBox 421"/>
          <p:cNvSpPr txBox="1"/>
          <p:nvPr/>
        </p:nvSpPr>
        <p:spPr>
          <a:xfrm>
            <a:off x="914400" y="4663440"/>
            <a:ext cx="25603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9C27B0"/>
                </a:solidFill>
                <a:latin typeface="Microsoft YaHei"/>
              </a:rPr>
              <a:t>多智能体并发竞争</a:t>
            </a:r>
          </a:p>
        </p:txBody>
      </p:sp>
      <p:sp>
        <p:nvSpPr>
          <p:cNvPr id="423" name="TextBox 422"/>
          <p:cNvSpPr txBox="1"/>
          <p:nvPr/>
        </p:nvSpPr>
        <p:spPr>
          <a:xfrm>
            <a:off x="3566160" y="4663440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E8EEF7"/>
                </a:solidFill>
                <a:latin typeface="Microsoft YaHei"/>
              </a:rPr>
              <a:t>共享上下文写入冲突</a:t>
            </a:r>
          </a:p>
        </p:txBody>
      </p:sp>
      <p:sp>
        <p:nvSpPr>
          <p:cNvPr id="424" name="TextBox 423"/>
          <p:cNvSpPr txBox="1"/>
          <p:nvPr/>
        </p:nvSpPr>
        <p:spPr>
          <a:xfrm>
            <a:off x="6400800" y="4663440"/>
            <a:ext cx="5029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4CAF50"/>
                </a:solidFill>
                <a:latin typeface="Microsoft YaHei"/>
              </a:rPr>
              <a:t>asyncio.Lock 分段锁 + 独立上下文快照</a:t>
            </a:r>
          </a:p>
        </p:txBody>
      </p:sp>
      <p:sp>
        <p:nvSpPr>
          <p:cNvPr id="425" name="Rounded Rectangle 424"/>
          <p:cNvSpPr/>
          <p:nvPr/>
        </p:nvSpPr>
        <p:spPr>
          <a:xfrm>
            <a:off x="731520" y="5394960"/>
            <a:ext cx="10881360" cy="777240"/>
          </a:xfrm>
          <a:prstGeom prst="roundRect">
            <a:avLst/>
          </a:prstGeom>
          <a:solidFill>
            <a:srgbClr val="12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" name="Rectangle 425"/>
          <p:cNvSpPr/>
          <p:nvPr/>
        </p:nvSpPr>
        <p:spPr>
          <a:xfrm>
            <a:off x="731520" y="5394960"/>
            <a:ext cx="54864" cy="77724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" name="TextBox 426"/>
          <p:cNvSpPr txBox="1"/>
          <p:nvPr/>
        </p:nvSpPr>
        <p:spPr>
          <a:xfrm>
            <a:off x="914400" y="5532120"/>
            <a:ext cx="25603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4CAF50"/>
                </a:solidFill>
                <a:latin typeface="Microsoft YaHei"/>
              </a:rPr>
              <a:t>ArkTS/Vue3 类型不一致</a:t>
            </a:r>
          </a:p>
        </p:txBody>
      </p:sp>
      <p:sp>
        <p:nvSpPr>
          <p:cNvPr id="428" name="TextBox 427"/>
          <p:cNvSpPr txBox="1"/>
          <p:nvPr/>
        </p:nvSpPr>
        <p:spPr>
          <a:xfrm>
            <a:off x="3566160" y="5532120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E8EEF7"/>
                </a:solidFill>
                <a:latin typeface="Microsoft YaHei"/>
              </a:rPr>
              <a:t>两端独立建模契约漂移</a:t>
            </a:r>
          </a:p>
        </p:txBody>
      </p:sp>
      <p:sp>
        <p:nvSpPr>
          <p:cNvPr id="429" name="TextBox 428"/>
          <p:cNvSpPr txBox="1"/>
          <p:nvPr/>
        </p:nvSpPr>
        <p:spPr>
          <a:xfrm>
            <a:off x="6400800" y="5532120"/>
            <a:ext cx="5029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4CAF50"/>
                </a:solidFill>
                <a:latin typeface="Microsoft YaHei"/>
              </a:rPr>
              <a:t>共享 .d.ts 类型层 + 自动生成接口</a:t>
            </a:r>
          </a:p>
        </p:txBody>
      </p:sp>
      <p:sp>
        <p:nvSpPr>
          <p:cNvPr id="430" name="TextBox 429"/>
          <p:cNvSpPr txBox="1"/>
          <p:nvPr/>
        </p:nvSpPr>
        <p:spPr>
          <a:xfrm>
            <a:off x="731520" y="630936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1">
                <a:solidFill>
                  <a:srgbClr val="4CAF50"/>
                </a:solidFill>
                <a:latin typeface="Microsoft YaHei"/>
              </a:rPr>
              <a:t>✓ 5 个关键难题全部已解决 · 每个难题均定位根因并给出工程化方案</a:t>
            </a:r>
          </a:p>
        </p:txBody>
      </p:sp>
      <p:sp>
        <p:nvSpPr>
          <p:cNvPr id="431" name="Rectangle 430"/>
          <p:cNvSpPr/>
          <p:nvPr/>
        </p:nvSpPr>
        <p:spPr>
          <a:xfrm>
            <a:off x="0" y="6565392"/>
            <a:ext cx="12191695" cy="45720"/>
          </a:xfrm>
          <a:prstGeom prst="rect">
            <a:avLst/>
          </a:prstGeom>
          <a:solidFill>
            <a:srgbClr val="1A0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" name="Rectangle 431"/>
          <p:cNvSpPr/>
          <p:nvPr/>
        </p:nvSpPr>
        <p:spPr>
          <a:xfrm>
            <a:off x="0" y="6565392"/>
            <a:ext cx="9753356" cy="457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" name="Rectangle 432"/>
          <p:cNvSpPr/>
          <p:nvPr/>
        </p:nvSpPr>
        <p:spPr>
          <a:xfrm>
            <a:off x="0" y="6551676"/>
            <a:ext cx="9753356" cy="109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" name="Oval 433"/>
          <p:cNvSpPr/>
          <p:nvPr/>
        </p:nvSpPr>
        <p:spPr>
          <a:xfrm>
            <a:off x="457200" y="6693408"/>
            <a:ext cx="73152" cy="73152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" name="Oval 434"/>
          <p:cNvSpPr/>
          <p:nvPr/>
        </p:nvSpPr>
        <p:spPr>
          <a:xfrm>
            <a:off x="566928" y="6711696"/>
            <a:ext cx="45720" cy="45720"/>
          </a:xfrm>
          <a:prstGeom prst="ellipse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" name="TextBox 435"/>
          <p:cNvSpPr txBox="1"/>
          <p:nvPr/>
        </p:nvSpPr>
        <p:spPr>
          <a:xfrm>
            <a:off x="685800" y="662940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9AA5B5"/>
                </a:solidFill>
                <a:latin typeface="Microsoft YaHei"/>
              </a:rPr>
              <a:t>FlowForge AI  ·  Shadu Team  ·  v2.67</a:t>
            </a:r>
          </a:p>
        </p:txBody>
      </p:sp>
      <p:sp>
        <p:nvSpPr>
          <p:cNvPr id="437" name="TextBox 436"/>
          <p:cNvSpPr txBox="1"/>
          <p:nvPr/>
        </p:nvSpPr>
        <p:spPr>
          <a:xfrm>
            <a:off x="10058400" y="662940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>
                <a:solidFill>
                  <a:srgbClr val="00E5FF"/>
                </a:solidFill>
                <a:latin typeface="Microsoft YaHei"/>
              </a:rPr>
              <a:t>[ 12 / 15 ]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1628"/>
            </a:gs>
            <a:gs pos="100000">
              <a:srgbClr val="1A0B2E"/>
            </a:gs>
          </a:gsLst>
          <a:lin scaled="0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789920" y="0"/>
            <a:ext cx="1401775" cy="2011680"/>
          </a:xfrm>
          <a:prstGeom prst="ellipse">
            <a:avLst/>
          </a:prstGeom>
          <a:solidFill>
            <a:srgbClr val="F5B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155680" y="0"/>
            <a:ext cx="1036015" cy="1097280"/>
          </a:xfrm>
          <a:prstGeom prst="ellips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0" y="5486400"/>
            <a:ext cx="1645920" cy="1371600"/>
          </a:xfrm>
          <a:prstGeom prst="ellips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704320" y="5029200"/>
            <a:ext cx="487375" cy="914400"/>
          </a:xfrm>
          <a:prstGeom prst="ellipse">
            <a:avLst/>
          </a:prstGeom>
          <a:solidFill>
            <a:srgbClr val="F5B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A0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5486400"/>
            <a:ext cx="12191695" cy="13716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0" y="2286000"/>
            <a:ext cx="3200400" cy="3200400"/>
          </a:xfrm>
          <a:prstGeom prst="ellipse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515600" y="1828800"/>
            <a:ext cx="1676095" cy="3200400"/>
          </a:xfrm>
          <a:prstGeom prst="ellipse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0" y="0"/>
            <a:ext cx="4572000" cy="4572000"/>
          </a:xfrm>
          <a:prstGeom prst="ellipse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0" y="2743200"/>
            <a:ext cx="3047695" cy="4114800"/>
          </a:xfrm>
          <a:prstGeom prst="ellipse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57600" y="0"/>
            <a:ext cx="3657600" cy="3657600"/>
          </a:xfrm>
          <a:prstGeom prst="ellipse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64592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6888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9184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1480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93776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76072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0664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5256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87552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69848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52144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2344400" y="0"/>
            <a:ext cx="182880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74320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2295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371600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920240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468880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017520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566160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114800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663440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21207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76071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30935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85799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40663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95527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50391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05255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60119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14983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69847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124711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179575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274320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82295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371600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920240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2468880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3017520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3566160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4114800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4663440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521207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576071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630935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685799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740663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795527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50391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905255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960119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1014983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1069847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1124711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179575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274320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82295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1371600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1920240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2468880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3017520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3566160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4114800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4663440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521207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576071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630935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685799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740663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795527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850391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905255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960119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1014983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1069847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1124711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1179575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274320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82295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1371600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1920240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2468880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3017520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3566160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4114800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4663440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521207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576071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630935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685799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740663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795527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850391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905255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960119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1014983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1069847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1124711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1179575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274320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82295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1371600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1920240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2468880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3017520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3566160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4114800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4663440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521207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576071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630935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685799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740663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795527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850391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905255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960119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1014983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1069847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1124711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1179575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274320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82295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1371600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1920240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2468880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3017520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3566160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4114800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4663440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521207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576071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630935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685799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740663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795527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850391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905255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960119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1014983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1069847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1124711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1179575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274320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82295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1371600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1920240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2468880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3017520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3566160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4114800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4663440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521207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576071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630935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685799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740663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795527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850391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905255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960119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1014983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1069847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1124711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1179575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274320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82295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1371600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1920240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2468880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3017520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3566160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4114800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4663440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521207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576071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630935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xfrm>
            <a:off x="685799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xfrm>
            <a:off x="740663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Oval 198"/>
          <p:cNvSpPr/>
          <p:nvPr/>
        </p:nvSpPr>
        <p:spPr>
          <a:xfrm>
            <a:off x="795527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>
            <a:off x="850391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905255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960119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1014983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1069847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Oval 204"/>
          <p:cNvSpPr/>
          <p:nvPr/>
        </p:nvSpPr>
        <p:spPr>
          <a:xfrm>
            <a:off x="1124711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Oval 205"/>
          <p:cNvSpPr/>
          <p:nvPr/>
        </p:nvSpPr>
        <p:spPr>
          <a:xfrm>
            <a:off x="1179575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>
            <a:off x="274320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Oval 207"/>
          <p:cNvSpPr/>
          <p:nvPr/>
        </p:nvSpPr>
        <p:spPr>
          <a:xfrm>
            <a:off x="82295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Oval 208"/>
          <p:cNvSpPr/>
          <p:nvPr/>
        </p:nvSpPr>
        <p:spPr>
          <a:xfrm>
            <a:off x="1371600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Oval 209"/>
          <p:cNvSpPr/>
          <p:nvPr/>
        </p:nvSpPr>
        <p:spPr>
          <a:xfrm>
            <a:off x="1920240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Oval 210"/>
          <p:cNvSpPr/>
          <p:nvPr/>
        </p:nvSpPr>
        <p:spPr>
          <a:xfrm>
            <a:off x="2468880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Oval 211"/>
          <p:cNvSpPr/>
          <p:nvPr/>
        </p:nvSpPr>
        <p:spPr>
          <a:xfrm>
            <a:off x="3017520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Oval 212"/>
          <p:cNvSpPr/>
          <p:nvPr/>
        </p:nvSpPr>
        <p:spPr>
          <a:xfrm>
            <a:off x="3566160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4114800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4663440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521207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576071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630935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685799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740663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795527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850391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905255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960119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1014983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1069847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1124711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1179575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274320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82295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1371600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1920240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2468880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3017520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3566160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4114800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4663440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521207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576071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630935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685799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740663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Oval 242"/>
          <p:cNvSpPr/>
          <p:nvPr/>
        </p:nvSpPr>
        <p:spPr>
          <a:xfrm>
            <a:off x="795527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Oval 243"/>
          <p:cNvSpPr/>
          <p:nvPr/>
        </p:nvSpPr>
        <p:spPr>
          <a:xfrm>
            <a:off x="850391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Oval 244"/>
          <p:cNvSpPr/>
          <p:nvPr/>
        </p:nvSpPr>
        <p:spPr>
          <a:xfrm>
            <a:off x="905255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Oval 245"/>
          <p:cNvSpPr/>
          <p:nvPr/>
        </p:nvSpPr>
        <p:spPr>
          <a:xfrm>
            <a:off x="960119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Oval 246"/>
          <p:cNvSpPr/>
          <p:nvPr/>
        </p:nvSpPr>
        <p:spPr>
          <a:xfrm>
            <a:off x="1014983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Oval 247"/>
          <p:cNvSpPr/>
          <p:nvPr/>
        </p:nvSpPr>
        <p:spPr>
          <a:xfrm>
            <a:off x="1069847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Oval 248"/>
          <p:cNvSpPr/>
          <p:nvPr/>
        </p:nvSpPr>
        <p:spPr>
          <a:xfrm>
            <a:off x="1124711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Oval 249"/>
          <p:cNvSpPr/>
          <p:nvPr/>
        </p:nvSpPr>
        <p:spPr>
          <a:xfrm>
            <a:off x="1179575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Oval 250"/>
          <p:cNvSpPr/>
          <p:nvPr/>
        </p:nvSpPr>
        <p:spPr>
          <a:xfrm>
            <a:off x="274320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Oval 251"/>
          <p:cNvSpPr/>
          <p:nvPr/>
        </p:nvSpPr>
        <p:spPr>
          <a:xfrm>
            <a:off x="82295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Oval 252"/>
          <p:cNvSpPr/>
          <p:nvPr/>
        </p:nvSpPr>
        <p:spPr>
          <a:xfrm>
            <a:off x="1371600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Oval 253"/>
          <p:cNvSpPr/>
          <p:nvPr/>
        </p:nvSpPr>
        <p:spPr>
          <a:xfrm>
            <a:off x="1920240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Oval 254"/>
          <p:cNvSpPr/>
          <p:nvPr/>
        </p:nvSpPr>
        <p:spPr>
          <a:xfrm>
            <a:off x="2468880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Oval 255"/>
          <p:cNvSpPr/>
          <p:nvPr/>
        </p:nvSpPr>
        <p:spPr>
          <a:xfrm>
            <a:off x="3017520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Oval 256"/>
          <p:cNvSpPr/>
          <p:nvPr/>
        </p:nvSpPr>
        <p:spPr>
          <a:xfrm>
            <a:off x="3566160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Oval 257"/>
          <p:cNvSpPr/>
          <p:nvPr/>
        </p:nvSpPr>
        <p:spPr>
          <a:xfrm>
            <a:off x="4114800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Oval 258"/>
          <p:cNvSpPr/>
          <p:nvPr/>
        </p:nvSpPr>
        <p:spPr>
          <a:xfrm>
            <a:off x="4663440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Oval 259"/>
          <p:cNvSpPr/>
          <p:nvPr/>
        </p:nvSpPr>
        <p:spPr>
          <a:xfrm>
            <a:off x="521207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Oval 260"/>
          <p:cNvSpPr/>
          <p:nvPr/>
        </p:nvSpPr>
        <p:spPr>
          <a:xfrm>
            <a:off x="576071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Oval 261"/>
          <p:cNvSpPr/>
          <p:nvPr/>
        </p:nvSpPr>
        <p:spPr>
          <a:xfrm>
            <a:off x="630935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Oval 262"/>
          <p:cNvSpPr/>
          <p:nvPr/>
        </p:nvSpPr>
        <p:spPr>
          <a:xfrm>
            <a:off x="685799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Oval 263"/>
          <p:cNvSpPr/>
          <p:nvPr/>
        </p:nvSpPr>
        <p:spPr>
          <a:xfrm>
            <a:off x="740663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Oval 264"/>
          <p:cNvSpPr/>
          <p:nvPr/>
        </p:nvSpPr>
        <p:spPr>
          <a:xfrm>
            <a:off x="795527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Oval 265"/>
          <p:cNvSpPr/>
          <p:nvPr/>
        </p:nvSpPr>
        <p:spPr>
          <a:xfrm>
            <a:off x="850391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Oval 266"/>
          <p:cNvSpPr/>
          <p:nvPr/>
        </p:nvSpPr>
        <p:spPr>
          <a:xfrm>
            <a:off x="905255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Oval 267"/>
          <p:cNvSpPr/>
          <p:nvPr/>
        </p:nvSpPr>
        <p:spPr>
          <a:xfrm>
            <a:off x="960119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Oval 268"/>
          <p:cNvSpPr/>
          <p:nvPr/>
        </p:nvSpPr>
        <p:spPr>
          <a:xfrm>
            <a:off x="1014983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Oval 269"/>
          <p:cNvSpPr/>
          <p:nvPr/>
        </p:nvSpPr>
        <p:spPr>
          <a:xfrm>
            <a:off x="1069847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Oval 270"/>
          <p:cNvSpPr/>
          <p:nvPr/>
        </p:nvSpPr>
        <p:spPr>
          <a:xfrm>
            <a:off x="1124711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Oval 271"/>
          <p:cNvSpPr/>
          <p:nvPr/>
        </p:nvSpPr>
        <p:spPr>
          <a:xfrm>
            <a:off x="1179575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Oval 272"/>
          <p:cNvSpPr/>
          <p:nvPr/>
        </p:nvSpPr>
        <p:spPr>
          <a:xfrm>
            <a:off x="274320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Oval 273"/>
          <p:cNvSpPr/>
          <p:nvPr/>
        </p:nvSpPr>
        <p:spPr>
          <a:xfrm>
            <a:off x="82295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Oval 274"/>
          <p:cNvSpPr/>
          <p:nvPr/>
        </p:nvSpPr>
        <p:spPr>
          <a:xfrm>
            <a:off x="1371600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Oval 275"/>
          <p:cNvSpPr/>
          <p:nvPr/>
        </p:nvSpPr>
        <p:spPr>
          <a:xfrm>
            <a:off x="1920240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Oval 276"/>
          <p:cNvSpPr/>
          <p:nvPr/>
        </p:nvSpPr>
        <p:spPr>
          <a:xfrm>
            <a:off x="2468880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Oval 277"/>
          <p:cNvSpPr/>
          <p:nvPr/>
        </p:nvSpPr>
        <p:spPr>
          <a:xfrm>
            <a:off x="3017520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Oval 278"/>
          <p:cNvSpPr/>
          <p:nvPr/>
        </p:nvSpPr>
        <p:spPr>
          <a:xfrm>
            <a:off x="3566160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Oval 279"/>
          <p:cNvSpPr/>
          <p:nvPr/>
        </p:nvSpPr>
        <p:spPr>
          <a:xfrm>
            <a:off x="4114800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Oval 280"/>
          <p:cNvSpPr/>
          <p:nvPr/>
        </p:nvSpPr>
        <p:spPr>
          <a:xfrm>
            <a:off x="4663440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Oval 281"/>
          <p:cNvSpPr/>
          <p:nvPr/>
        </p:nvSpPr>
        <p:spPr>
          <a:xfrm>
            <a:off x="521207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Oval 282"/>
          <p:cNvSpPr/>
          <p:nvPr/>
        </p:nvSpPr>
        <p:spPr>
          <a:xfrm>
            <a:off x="576071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Oval 283"/>
          <p:cNvSpPr/>
          <p:nvPr/>
        </p:nvSpPr>
        <p:spPr>
          <a:xfrm>
            <a:off x="630935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Oval 284"/>
          <p:cNvSpPr/>
          <p:nvPr/>
        </p:nvSpPr>
        <p:spPr>
          <a:xfrm>
            <a:off x="685799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Oval 285"/>
          <p:cNvSpPr/>
          <p:nvPr/>
        </p:nvSpPr>
        <p:spPr>
          <a:xfrm>
            <a:off x="740663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Oval 286"/>
          <p:cNvSpPr/>
          <p:nvPr/>
        </p:nvSpPr>
        <p:spPr>
          <a:xfrm>
            <a:off x="795527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Oval 287"/>
          <p:cNvSpPr/>
          <p:nvPr/>
        </p:nvSpPr>
        <p:spPr>
          <a:xfrm>
            <a:off x="850391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Oval 288"/>
          <p:cNvSpPr/>
          <p:nvPr/>
        </p:nvSpPr>
        <p:spPr>
          <a:xfrm>
            <a:off x="905255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Oval 289"/>
          <p:cNvSpPr/>
          <p:nvPr/>
        </p:nvSpPr>
        <p:spPr>
          <a:xfrm>
            <a:off x="960119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Oval 290"/>
          <p:cNvSpPr/>
          <p:nvPr/>
        </p:nvSpPr>
        <p:spPr>
          <a:xfrm>
            <a:off x="1014983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Oval 291"/>
          <p:cNvSpPr/>
          <p:nvPr/>
        </p:nvSpPr>
        <p:spPr>
          <a:xfrm>
            <a:off x="1069847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Oval 292"/>
          <p:cNvSpPr/>
          <p:nvPr/>
        </p:nvSpPr>
        <p:spPr>
          <a:xfrm>
            <a:off x="1124711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Oval 293"/>
          <p:cNvSpPr/>
          <p:nvPr/>
        </p:nvSpPr>
        <p:spPr>
          <a:xfrm>
            <a:off x="1179575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Rectangle 294"/>
          <p:cNvSpPr/>
          <p:nvPr/>
        </p:nvSpPr>
        <p:spPr>
          <a:xfrm>
            <a:off x="91479" y="4257697"/>
            <a:ext cx="2583260" cy="109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Rectangle 295"/>
          <p:cNvSpPr/>
          <p:nvPr/>
        </p:nvSpPr>
        <p:spPr>
          <a:xfrm>
            <a:off x="2693717" y="1783875"/>
            <a:ext cx="3685122" cy="109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Rectangle 296"/>
          <p:cNvSpPr/>
          <p:nvPr/>
        </p:nvSpPr>
        <p:spPr>
          <a:xfrm>
            <a:off x="317987" y="5759958"/>
            <a:ext cx="2986215" cy="109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Rectangle 297"/>
          <p:cNvSpPr/>
          <p:nvPr/>
        </p:nvSpPr>
        <p:spPr>
          <a:xfrm>
            <a:off x="799690" y="634302"/>
            <a:ext cx="3215090" cy="109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Rectangle 298"/>
          <p:cNvSpPr/>
          <p:nvPr/>
        </p:nvSpPr>
        <p:spPr>
          <a:xfrm>
            <a:off x="727268" y="614919"/>
            <a:ext cx="3611562" cy="109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ectangle 299"/>
          <p:cNvSpPr/>
          <p:nvPr/>
        </p:nvSpPr>
        <p:spPr>
          <a:xfrm>
            <a:off x="806283" y="3696114"/>
            <a:ext cx="3445273" cy="109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Rectangle 300"/>
          <p:cNvSpPr/>
          <p:nvPr/>
        </p:nvSpPr>
        <p:spPr>
          <a:xfrm>
            <a:off x="9560961" y="23769"/>
            <a:ext cx="10972" cy="3302482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Rectangle 301"/>
          <p:cNvSpPr/>
          <p:nvPr/>
        </p:nvSpPr>
        <p:spPr>
          <a:xfrm>
            <a:off x="8309257" y="1244500"/>
            <a:ext cx="10972" cy="2113140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ectangle 302"/>
          <p:cNvSpPr/>
          <p:nvPr/>
        </p:nvSpPr>
        <p:spPr>
          <a:xfrm>
            <a:off x="11223090" y="1231128"/>
            <a:ext cx="10972" cy="1998413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Rectangle 303"/>
          <p:cNvSpPr/>
          <p:nvPr/>
        </p:nvSpPr>
        <p:spPr>
          <a:xfrm>
            <a:off x="1544980" y="3099795"/>
            <a:ext cx="10972" cy="2932894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Rectangle 304"/>
          <p:cNvSpPr/>
          <p:nvPr/>
        </p:nvSpPr>
        <p:spPr>
          <a:xfrm>
            <a:off x="9535068" y="2669066"/>
            <a:ext cx="10972" cy="2809453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Oval 305"/>
          <p:cNvSpPr/>
          <p:nvPr/>
        </p:nvSpPr>
        <p:spPr>
          <a:xfrm>
            <a:off x="11135004" y="2637830"/>
            <a:ext cx="54864" cy="5486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Oval 306"/>
          <p:cNvSpPr/>
          <p:nvPr/>
        </p:nvSpPr>
        <p:spPr>
          <a:xfrm>
            <a:off x="11116716" y="2619542"/>
            <a:ext cx="91440" cy="914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Oval 307"/>
          <p:cNvSpPr/>
          <p:nvPr/>
        </p:nvSpPr>
        <p:spPr>
          <a:xfrm>
            <a:off x="6514631" y="5235168"/>
            <a:ext cx="54864" cy="5486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Oval 308"/>
          <p:cNvSpPr/>
          <p:nvPr/>
        </p:nvSpPr>
        <p:spPr>
          <a:xfrm>
            <a:off x="6496343" y="5216880"/>
            <a:ext cx="91440" cy="914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Oval 309"/>
          <p:cNvSpPr/>
          <p:nvPr/>
        </p:nvSpPr>
        <p:spPr>
          <a:xfrm>
            <a:off x="7244093" y="5421252"/>
            <a:ext cx="54864" cy="5486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Oval 310"/>
          <p:cNvSpPr/>
          <p:nvPr/>
        </p:nvSpPr>
        <p:spPr>
          <a:xfrm>
            <a:off x="7225805" y="5402964"/>
            <a:ext cx="91440" cy="914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Oval 311"/>
          <p:cNvSpPr/>
          <p:nvPr/>
        </p:nvSpPr>
        <p:spPr>
          <a:xfrm>
            <a:off x="6792369" y="4516041"/>
            <a:ext cx="54864" cy="5486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Oval 312"/>
          <p:cNvSpPr/>
          <p:nvPr/>
        </p:nvSpPr>
        <p:spPr>
          <a:xfrm>
            <a:off x="6774081" y="4497753"/>
            <a:ext cx="91440" cy="914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Oval 313"/>
          <p:cNvSpPr/>
          <p:nvPr/>
        </p:nvSpPr>
        <p:spPr>
          <a:xfrm>
            <a:off x="960021" y="1770058"/>
            <a:ext cx="54864" cy="5486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Oval 314"/>
          <p:cNvSpPr/>
          <p:nvPr/>
        </p:nvSpPr>
        <p:spPr>
          <a:xfrm>
            <a:off x="941733" y="1751770"/>
            <a:ext cx="91440" cy="914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Oval 315"/>
          <p:cNvSpPr/>
          <p:nvPr/>
        </p:nvSpPr>
        <p:spPr>
          <a:xfrm>
            <a:off x="3632596" y="916859"/>
            <a:ext cx="54864" cy="5486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Oval 316"/>
          <p:cNvSpPr/>
          <p:nvPr/>
        </p:nvSpPr>
        <p:spPr>
          <a:xfrm>
            <a:off x="3614308" y="898571"/>
            <a:ext cx="91440" cy="914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Oval 317"/>
          <p:cNvSpPr/>
          <p:nvPr/>
        </p:nvSpPr>
        <p:spPr>
          <a:xfrm>
            <a:off x="3011567" y="1039040"/>
            <a:ext cx="54864" cy="5486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Oval 318"/>
          <p:cNvSpPr/>
          <p:nvPr/>
        </p:nvSpPr>
        <p:spPr>
          <a:xfrm>
            <a:off x="2993279" y="1020752"/>
            <a:ext cx="91440" cy="914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Oval 319"/>
          <p:cNvSpPr/>
          <p:nvPr/>
        </p:nvSpPr>
        <p:spPr>
          <a:xfrm>
            <a:off x="3507348" y="4119200"/>
            <a:ext cx="54864" cy="5486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Oval 320"/>
          <p:cNvSpPr/>
          <p:nvPr/>
        </p:nvSpPr>
        <p:spPr>
          <a:xfrm>
            <a:off x="3489060" y="4100912"/>
            <a:ext cx="91440" cy="914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Oval 321"/>
          <p:cNvSpPr/>
          <p:nvPr/>
        </p:nvSpPr>
        <p:spPr>
          <a:xfrm>
            <a:off x="4460430" y="2589708"/>
            <a:ext cx="54864" cy="5486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Oval 322"/>
          <p:cNvSpPr/>
          <p:nvPr/>
        </p:nvSpPr>
        <p:spPr>
          <a:xfrm>
            <a:off x="4442142" y="2571420"/>
            <a:ext cx="91440" cy="914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Oval 323"/>
          <p:cNvSpPr/>
          <p:nvPr/>
        </p:nvSpPr>
        <p:spPr>
          <a:xfrm>
            <a:off x="2756078" y="1995184"/>
            <a:ext cx="54864" cy="5486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Oval 324"/>
          <p:cNvSpPr/>
          <p:nvPr/>
        </p:nvSpPr>
        <p:spPr>
          <a:xfrm>
            <a:off x="2737790" y="1976896"/>
            <a:ext cx="91440" cy="914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Rectangle 325"/>
          <p:cNvSpPr/>
          <p:nvPr/>
        </p:nvSpPr>
        <p:spPr>
          <a:xfrm>
            <a:off x="0" y="182880"/>
            <a:ext cx="4114800" cy="1828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Rectangle 326"/>
          <p:cNvSpPr/>
          <p:nvPr/>
        </p:nvSpPr>
        <p:spPr>
          <a:xfrm>
            <a:off x="0" y="320040"/>
            <a:ext cx="2743200" cy="13716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Rectangle 327"/>
          <p:cNvSpPr/>
          <p:nvPr/>
        </p:nvSpPr>
        <p:spPr>
          <a:xfrm>
            <a:off x="8046720" y="6446520"/>
            <a:ext cx="4114800" cy="18288"/>
          </a:xfrm>
          <a:prstGeom prst="rect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Rectangle 328"/>
          <p:cNvSpPr/>
          <p:nvPr/>
        </p:nvSpPr>
        <p:spPr>
          <a:xfrm>
            <a:off x="9418320" y="6309360"/>
            <a:ext cx="2743200" cy="1371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Rectangle 329"/>
          <p:cNvSpPr/>
          <p:nvPr/>
        </p:nvSpPr>
        <p:spPr>
          <a:xfrm>
            <a:off x="5029200" y="0"/>
            <a:ext cx="9144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Rectangle 330"/>
          <p:cNvSpPr/>
          <p:nvPr/>
        </p:nvSpPr>
        <p:spPr>
          <a:xfrm>
            <a:off x="5166360" y="0"/>
            <a:ext cx="9144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Rectangle 331"/>
          <p:cNvSpPr/>
          <p:nvPr/>
        </p:nvSpPr>
        <p:spPr>
          <a:xfrm>
            <a:off x="5303520" y="0"/>
            <a:ext cx="9144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Rectangle 332"/>
          <p:cNvSpPr/>
          <p:nvPr/>
        </p:nvSpPr>
        <p:spPr>
          <a:xfrm>
            <a:off x="0" y="137160"/>
            <a:ext cx="12191695" cy="548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Rectangle 333"/>
          <p:cNvSpPr/>
          <p:nvPr/>
        </p:nvSpPr>
        <p:spPr>
          <a:xfrm>
            <a:off x="0" y="978408"/>
            <a:ext cx="12191695" cy="548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Rectangle 334"/>
          <p:cNvSpPr/>
          <p:nvPr/>
        </p:nvSpPr>
        <p:spPr>
          <a:xfrm>
            <a:off x="0" y="1819656"/>
            <a:ext cx="12191695" cy="548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Rectangle 335"/>
          <p:cNvSpPr/>
          <p:nvPr/>
        </p:nvSpPr>
        <p:spPr>
          <a:xfrm>
            <a:off x="0" y="2660904"/>
            <a:ext cx="12191695" cy="548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Rectangle 336"/>
          <p:cNvSpPr/>
          <p:nvPr/>
        </p:nvSpPr>
        <p:spPr>
          <a:xfrm>
            <a:off x="0" y="3502152"/>
            <a:ext cx="12191695" cy="548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Rectangle 337"/>
          <p:cNvSpPr/>
          <p:nvPr/>
        </p:nvSpPr>
        <p:spPr>
          <a:xfrm>
            <a:off x="0" y="4343400"/>
            <a:ext cx="12191695" cy="548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Rectangle 338"/>
          <p:cNvSpPr/>
          <p:nvPr/>
        </p:nvSpPr>
        <p:spPr>
          <a:xfrm>
            <a:off x="0" y="5184648"/>
            <a:ext cx="12191695" cy="548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Rectangle 339"/>
          <p:cNvSpPr/>
          <p:nvPr/>
        </p:nvSpPr>
        <p:spPr>
          <a:xfrm>
            <a:off x="0" y="6025896"/>
            <a:ext cx="12191695" cy="548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Oval 340"/>
          <p:cNvSpPr/>
          <p:nvPr/>
        </p:nvSpPr>
        <p:spPr>
          <a:xfrm>
            <a:off x="4835217" y="1361247"/>
            <a:ext cx="94339" cy="94339"/>
          </a:xfrm>
          <a:prstGeom prst="ellipse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Oval 341"/>
          <p:cNvSpPr/>
          <p:nvPr/>
        </p:nvSpPr>
        <p:spPr>
          <a:xfrm>
            <a:off x="6347216" y="4515070"/>
            <a:ext cx="91141" cy="91141"/>
          </a:xfrm>
          <a:prstGeom prst="ellipse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Oval 342"/>
          <p:cNvSpPr/>
          <p:nvPr/>
        </p:nvSpPr>
        <p:spPr>
          <a:xfrm>
            <a:off x="1768894" y="6349443"/>
            <a:ext cx="44408" cy="44408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Oval 343"/>
          <p:cNvSpPr/>
          <p:nvPr/>
        </p:nvSpPr>
        <p:spPr>
          <a:xfrm>
            <a:off x="5353617" y="2195498"/>
            <a:ext cx="64476" cy="64476"/>
          </a:xfrm>
          <a:prstGeom prst="ellipse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Oval 344"/>
          <p:cNvSpPr/>
          <p:nvPr/>
        </p:nvSpPr>
        <p:spPr>
          <a:xfrm>
            <a:off x="1585861" y="5312615"/>
            <a:ext cx="58162" cy="58162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Oval 345"/>
          <p:cNvSpPr/>
          <p:nvPr/>
        </p:nvSpPr>
        <p:spPr>
          <a:xfrm>
            <a:off x="5370210" y="1419817"/>
            <a:ext cx="47888" cy="47888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Oval 346"/>
          <p:cNvSpPr/>
          <p:nvPr/>
        </p:nvSpPr>
        <p:spPr>
          <a:xfrm>
            <a:off x="11604956" y="4210089"/>
            <a:ext cx="97515" cy="97515"/>
          </a:xfrm>
          <a:prstGeom prst="ellipse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Oval 347"/>
          <p:cNvSpPr/>
          <p:nvPr/>
        </p:nvSpPr>
        <p:spPr>
          <a:xfrm>
            <a:off x="9726414" y="4568740"/>
            <a:ext cx="69334" cy="69334"/>
          </a:xfrm>
          <a:prstGeom prst="ellipse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Oval 348"/>
          <p:cNvSpPr/>
          <p:nvPr/>
        </p:nvSpPr>
        <p:spPr>
          <a:xfrm>
            <a:off x="974463" y="1096331"/>
            <a:ext cx="37450" cy="3745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Oval 349"/>
          <p:cNvSpPr/>
          <p:nvPr/>
        </p:nvSpPr>
        <p:spPr>
          <a:xfrm>
            <a:off x="10439447" y="4646868"/>
            <a:ext cx="77961" cy="77961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Oval 350"/>
          <p:cNvSpPr/>
          <p:nvPr/>
        </p:nvSpPr>
        <p:spPr>
          <a:xfrm>
            <a:off x="6668467" y="713150"/>
            <a:ext cx="54870" cy="54870"/>
          </a:xfrm>
          <a:prstGeom prst="ellipse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Oval 351"/>
          <p:cNvSpPr/>
          <p:nvPr/>
        </p:nvSpPr>
        <p:spPr>
          <a:xfrm>
            <a:off x="11603437" y="2455060"/>
            <a:ext cx="38153" cy="38153"/>
          </a:xfrm>
          <a:prstGeom prst="ellipse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Oval 352"/>
          <p:cNvSpPr/>
          <p:nvPr/>
        </p:nvSpPr>
        <p:spPr>
          <a:xfrm>
            <a:off x="6860823" y="3934604"/>
            <a:ext cx="75416" cy="75416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Oval 353"/>
          <p:cNvSpPr/>
          <p:nvPr/>
        </p:nvSpPr>
        <p:spPr>
          <a:xfrm>
            <a:off x="3831632" y="2853451"/>
            <a:ext cx="84921" cy="84921"/>
          </a:xfrm>
          <a:prstGeom prst="ellipse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Oval 354"/>
          <p:cNvSpPr/>
          <p:nvPr/>
        </p:nvSpPr>
        <p:spPr>
          <a:xfrm>
            <a:off x="5750328" y="4098430"/>
            <a:ext cx="98027" cy="98027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Oval 355"/>
          <p:cNvSpPr/>
          <p:nvPr/>
        </p:nvSpPr>
        <p:spPr>
          <a:xfrm>
            <a:off x="9803789" y="397143"/>
            <a:ext cx="57201" cy="57201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Oval 356"/>
          <p:cNvSpPr/>
          <p:nvPr/>
        </p:nvSpPr>
        <p:spPr>
          <a:xfrm>
            <a:off x="5447626" y="4969001"/>
            <a:ext cx="81875" cy="81875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Oval 357"/>
          <p:cNvSpPr/>
          <p:nvPr/>
        </p:nvSpPr>
        <p:spPr>
          <a:xfrm>
            <a:off x="8872455" y="1060573"/>
            <a:ext cx="59183" cy="59183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Oval 358"/>
          <p:cNvSpPr/>
          <p:nvPr/>
        </p:nvSpPr>
        <p:spPr>
          <a:xfrm>
            <a:off x="8934753" y="2895632"/>
            <a:ext cx="66810" cy="6681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Oval 359"/>
          <p:cNvSpPr/>
          <p:nvPr/>
        </p:nvSpPr>
        <p:spPr>
          <a:xfrm>
            <a:off x="718963" y="6269433"/>
            <a:ext cx="97109" cy="97109"/>
          </a:xfrm>
          <a:prstGeom prst="ellipse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Oval 360"/>
          <p:cNvSpPr/>
          <p:nvPr/>
        </p:nvSpPr>
        <p:spPr>
          <a:xfrm>
            <a:off x="8870331" y="5019754"/>
            <a:ext cx="67484" cy="67484"/>
          </a:xfrm>
          <a:prstGeom prst="ellipse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Oval 361"/>
          <p:cNvSpPr/>
          <p:nvPr/>
        </p:nvSpPr>
        <p:spPr>
          <a:xfrm>
            <a:off x="1235623" y="4509817"/>
            <a:ext cx="70418" cy="70418"/>
          </a:xfrm>
          <a:prstGeom prst="ellipse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Oval 362"/>
          <p:cNvSpPr/>
          <p:nvPr/>
        </p:nvSpPr>
        <p:spPr>
          <a:xfrm>
            <a:off x="2404733" y="4806135"/>
            <a:ext cx="39306" cy="39306"/>
          </a:xfrm>
          <a:prstGeom prst="ellipse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Oval 363"/>
          <p:cNvSpPr/>
          <p:nvPr/>
        </p:nvSpPr>
        <p:spPr>
          <a:xfrm>
            <a:off x="2518251" y="2610412"/>
            <a:ext cx="75306" cy="75306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Oval 364"/>
          <p:cNvSpPr/>
          <p:nvPr/>
        </p:nvSpPr>
        <p:spPr>
          <a:xfrm>
            <a:off x="6375392" y="2664231"/>
            <a:ext cx="80753" cy="80753"/>
          </a:xfrm>
          <a:prstGeom prst="ellipse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Oval 365"/>
          <p:cNvSpPr/>
          <p:nvPr/>
        </p:nvSpPr>
        <p:spPr>
          <a:xfrm>
            <a:off x="3069473" y="5571498"/>
            <a:ext cx="38829" cy="38829"/>
          </a:xfrm>
          <a:prstGeom prst="ellipse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Oval 366"/>
          <p:cNvSpPr/>
          <p:nvPr/>
        </p:nvSpPr>
        <p:spPr>
          <a:xfrm>
            <a:off x="11772815" y="2672299"/>
            <a:ext cx="60213" cy="60213"/>
          </a:xfrm>
          <a:prstGeom prst="ellipse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Oval 367"/>
          <p:cNvSpPr/>
          <p:nvPr/>
        </p:nvSpPr>
        <p:spPr>
          <a:xfrm>
            <a:off x="10318903" y="3573868"/>
            <a:ext cx="74940" cy="749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Rectangle 368"/>
          <p:cNvSpPr/>
          <p:nvPr/>
        </p:nvSpPr>
        <p:spPr>
          <a:xfrm>
            <a:off x="137160" y="137160"/>
            <a:ext cx="347472" cy="4114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Rectangle 369"/>
          <p:cNvSpPr/>
          <p:nvPr/>
        </p:nvSpPr>
        <p:spPr>
          <a:xfrm>
            <a:off x="137160" y="137160"/>
            <a:ext cx="41148" cy="3474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Rectangle 370"/>
          <p:cNvSpPr/>
          <p:nvPr/>
        </p:nvSpPr>
        <p:spPr>
          <a:xfrm>
            <a:off x="11707063" y="137160"/>
            <a:ext cx="347472" cy="41148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Rectangle 371"/>
          <p:cNvSpPr/>
          <p:nvPr/>
        </p:nvSpPr>
        <p:spPr>
          <a:xfrm>
            <a:off x="12013387" y="137160"/>
            <a:ext cx="41148" cy="347472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Rectangle 372"/>
          <p:cNvSpPr/>
          <p:nvPr/>
        </p:nvSpPr>
        <p:spPr>
          <a:xfrm>
            <a:off x="137160" y="6679692"/>
            <a:ext cx="347472" cy="41148"/>
          </a:xfrm>
          <a:prstGeom prst="rect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Rectangle 373"/>
          <p:cNvSpPr/>
          <p:nvPr/>
        </p:nvSpPr>
        <p:spPr>
          <a:xfrm>
            <a:off x="137160" y="6373368"/>
            <a:ext cx="41148" cy="347472"/>
          </a:xfrm>
          <a:prstGeom prst="rect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Rectangle 374"/>
          <p:cNvSpPr/>
          <p:nvPr/>
        </p:nvSpPr>
        <p:spPr>
          <a:xfrm>
            <a:off x="11707063" y="6679692"/>
            <a:ext cx="347472" cy="4114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Rectangle 375"/>
          <p:cNvSpPr/>
          <p:nvPr/>
        </p:nvSpPr>
        <p:spPr>
          <a:xfrm>
            <a:off x="12013387" y="6373368"/>
            <a:ext cx="41148" cy="3474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Rectangle 376"/>
          <p:cNvSpPr/>
          <p:nvPr/>
        </p:nvSpPr>
        <p:spPr>
          <a:xfrm>
            <a:off x="54864" y="54864"/>
            <a:ext cx="12081967" cy="2286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Rectangle 377"/>
          <p:cNvSpPr/>
          <p:nvPr/>
        </p:nvSpPr>
        <p:spPr>
          <a:xfrm>
            <a:off x="54864" y="6780276"/>
            <a:ext cx="12081967" cy="2286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Rectangle 378"/>
          <p:cNvSpPr/>
          <p:nvPr/>
        </p:nvSpPr>
        <p:spPr>
          <a:xfrm>
            <a:off x="54864" y="54864"/>
            <a:ext cx="22860" cy="6748272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Rectangle 379"/>
          <p:cNvSpPr/>
          <p:nvPr/>
        </p:nvSpPr>
        <p:spPr>
          <a:xfrm>
            <a:off x="12113971" y="54864"/>
            <a:ext cx="22860" cy="6748272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Rectangle 380"/>
          <p:cNvSpPr/>
          <p:nvPr/>
        </p:nvSpPr>
        <p:spPr>
          <a:xfrm>
            <a:off x="82296" y="82296"/>
            <a:ext cx="12027103" cy="16459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Rectangle 381"/>
          <p:cNvSpPr/>
          <p:nvPr/>
        </p:nvSpPr>
        <p:spPr>
          <a:xfrm>
            <a:off x="82296" y="6759245"/>
            <a:ext cx="12027103" cy="16459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Rectangle 382"/>
          <p:cNvSpPr/>
          <p:nvPr/>
        </p:nvSpPr>
        <p:spPr>
          <a:xfrm>
            <a:off x="109728" y="109728"/>
            <a:ext cx="11972239" cy="109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Rectangle 383"/>
          <p:cNvSpPr/>
          <p:nvPr/>
        </p:nvSpPr>
        <p:spPr>
          <a:xfrm>
            <a:off x="109728" y="6737300"/>
            <a:ext cx="11972239" cy="109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Rectangle 384"/>
          <p:cNvSpPr/>
          <p:nvPr/>
        </p:nvSpPr>
        <p:spPr>
          <a:xfrm>
            <a:off x="109728" y="109728"/>
            <a:ext cx="10972" cy="663854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Rectangle 385"/>
          <p:cNvSpPr/>
          <p:nvPr/>
        </p:nvSpPr>
        <p:spPr>
          <a:xfrm>
            <a:off x="12070995" y="109728"/>
            <a:ext cx="10972" cy="663854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Rectangle 386"/>
          <p:cNvSpPr/>
          <p:nvPr/>
        </p:nvSpPr>
        <p:spPr>
          <a:xfrm>
            <a:off x="457200" y="365760"/>
            <a:ext cx="109728" cy="82296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Rectangle 387"/>
          <p:cNvSpPr/>
          <p:nvPr/>
        </p:nvSpPr>
        <p:spPr>
          <a:xfrm>
            <a:off x="566928" y="365760"/>
            <a:ext cx="36576" cy="822960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TextBox 388"/>
          <p:cNvSpPr txBox="1"/>
          <p:nvPr/>
        </p:nvSpPr>
        <p:spPr>
          <a:xfrm>
            <a:off x="713232" y="38404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00E5FF"/>
                </a:solidFill>
                <a:latin typeface="Microsoft YaHei"/>
              </a:rPr>
              <a:t>◢</a:t>
            </a:r>
          </a:p>
        </p:txBody>
      </p:sp>
      <p:sp>
        <p:nvSpPr>
          <p:cNvPr id="390" name="TextBox 389"/>
          <p:cNvSpPr txBox="1"/>
          <p:nvPr/>
        </p:nvSpPr>
        <p:spPr>
          <a:xfrm>
            <a:off x="1143000" y="347472"/>
            <a:ext cx="100584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200" b="1">
                <a:solidFill>
                  <a:srgbClr val="FFFFFF"/>
                </a:solidFill>
                <a:latin typeface="Microsoft YaHei"/>
              </a:rPr>
              <a:t>适用范围：三维锁定能力边界</a:t>
            </a:r>
          </a:p>
        </p:txBody>
      </p:sp>
      <p:sp>
        <p:nvSpPr>
          <p:cNvPr id="391" name="TextBox 390"/>
          <p:cNvSpPr txBox="1"/>
          <p:nvPr/>
        </p:nvSpPr>
        <p:spPr>
          <a:xfrm>
            <a:off x="1143000" y="932688"/>
            <a:ext cx="100584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00E5FF"/>
                </a:solidFill>
                <a:latin typeface="Microsoft YaHei"/>
              </a:rPr>
              <a:t>场景 · 用户 · 领域 · 边界，清晰锁定</a:t>
            </a:r>
          </a:p>
        </p:txBody>
      </p:sp>
      <p:sp>
        <p:nvSpPr>
          <p:cNvPr id="392" name="Rectangle 391"/>
          <p:cNvSpPr/>
          <p:nvPr/>
        </p:nvSpPr>
        <p:spPr>
          <a:xfrm>
            <a:off x="1143000" y="1298448"/>
            <a:ext cx="3200400" cy="2743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Rectangle 392"/>
          <p:cNvSpPr/>
          <p:nvPr/>
        </p:nvSpPr>
        <p:spPr>
          <a:xfrm>
            <a:off x="4343400" y="1298448"/>
            <a:ext cx="2286000" cy="27432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Rectangle 393"/>
          <p:cNvSpPr/>
          <p:nvPr/>
        </p:nvSpPr>
        <p:spPr>
          <a:xfrm>
            <a:off x="6629400" y="1298448"/>
            <a:ext cx="1828800" cy="27432"/>
          </a:xfrm>
          <a:prstGeom prst="rect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Rectangle 394"/>
          <p:cNvSpPr/>
          <p:nvPr/>
        </p:nvSpPr>
        <p:spPr>
          <a:xfrm>
            <a:off x="8458200" y="1298448"/>
            <a:ext cx="1645920" cy="27432"/>
          </a:xfrm>
          <a:prstGeom prst="rect">
            <a:avLst/>
          </a:prstGeom>
          <a:solidFill>
            <a:srgbClr val="F5B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Rectangle 395"/>
          <p:cNvSpPr/>
          <p:nvPr/>
        </p:nvSpPr>
        <p:spPr>
          <a:xfrm>
            <a:off x="10104120" y="1298448"/>
            <a:ext cx="1097280" cy="2743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Rectangle 396"/>
          <p:cNvSpPr/>
          <p:nvPr/>
        </p:nvSpPr>
        <p:spPr>
          <a:xfrm>
            <a:off x="1097280" y="347472"/>
            <a:ext cx="10515600" cy="987552"/>
          </a:xfrm>
          <a:prstGeom prst="rect">
            <a:avLst/>
          </a:prstGeom>
          <a:solidFill>
            <a:srgbClr val="1A0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Oval 397"/>
          <p:cNvSpPr/>
          <p:nvPr/>
        </p:nvSpPr>
        <p:spPr>
          <a:xfrm>
            <a:off x="11247120" y="274320"/>
            <a:ext cx="640080" cy="64008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Oval 398"/>
          <p:cNvSpPr/>
          <p:nvPr/>
        </p:nvSpPr>
        <p:spPr>
          <a:xfrm>
            <a:off x="11292840" y="320040"/>
            <a:ext cx="548640" cy="548640"/>
          </a:xfrm>
          <a:prstGeom prst="ellipse">
            <a:avLst/>
          </a:prstGeom>
          <a:solidFill>
            <a:srgbClr val="1A0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TextBox 399"/>
          <p:cNvSpPr txBox="1"/>
          <p:nvPr/>
        </p:nvSpPr>
        <p:spPr>
          <a:xfrm>
            <a:off x="11247120" y="320040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2000" b="1">
                <a:solidFill>
                  <a:srgbClr val="00E5FF"/>
                </a:solidFill>
                <a:latin typeface="Microsoft YaHei"/>
              </a:rPr>
              <a:t>13</a:t>
            </a:r>
          </a:p>
        </p:txBody>
      </p:sp>
      <p:sp>
        <p:nvSpPr>
          <p:cNvPr id="401" name="Rounded Rectangle 400"/>
          <p:cNvSpPr/>
          <p:nvPr/>
        </p:nvSpPr>
        <p:spPr>
          <a:xfrm>
            <a:off x="731520" y="1554480"/>
            <a:ext cx="3566160" cy="3840480"/>
          </a:xfrm>
          <a:prstGeom prst="roundRect">
            <a:avLst/>
          </a:prstGeom>
          <a:solidFill>
            <a:srgbClr val="12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Rectangle 401"/>
          <p:cNvSpPr/>
          <p:nvPr/>
        </p:nvSpPr>
        <p:spPr>
          <a:xfrm>
            <a:off x="731520" y="1554480"/>
            <a:ext cx="3566160" cy="54864"/>
          </a:xfrm>
          <a:prstGeom prst="rect">
            <a:avLst/>
          </a:prstGeom>
          <a:solidFill>
            <a:srgbClr val="F5B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TextBox 402"/>
          <p:cNvSpPr txBox="1"/>
          <p:nvPr/>
        </p:nvSpPr>
        <p:spPr>
          <a:xfrm>
            <a:off x="914400" y="164592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F5B642"/>
                </a:solidFill>
                <a:latin typeface="Microsoft YaHei"/>
              </a:rPr>
              <a:t>适用场景</a:t>
            </a:r>
          </a:p>
        </p:txBody>
      </p:sp>
      <p:sp>
        <p:nvSpPr>
          <p:cNvPr id="404" name="TextBox 403"/>
          <p:cNvSpPr txBox="1"/>
          <p:nvPr/>
        </p:nvSpPr>
        <p:spPr>
          <a:xfrm>
            <a:off x="914400" y="2103120"/>
            <a:ext cx="3291840" cy="3200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1">
                <a:solidFill>
                  <a:srgbClr val="00E5FF"/>
                </a:solidFill>
                <a:latin typeface="Microsoft YaHei"/>
              </a:rPr>
              <a:t>▸ </a:t>
            </a:r>
            <a:r>
              <a:rPr sz="1400">
                <a:solidFill>
                  <a:srgbClr val="E8EEF7"/>
                </a:solidFill>
                <a:latin typeface="Microsoft YaHei"/>
              </a:rPr>
              <a:t>AI 代码审查与质量评估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1">
                <a:solidFill>
                  <a:srgbClr val="00E5FF"/>
                </a:solidFill>
                <a:latin typeface="Microsoft YaHei"/>
              </a:rPr>
              <a:t>▸ </a:t>
            </a:r>
            <a:r>
              <a:rPr sz="1400">
                <a:solidFill>
                  <a:srgbClr val="E8EEF7"/>
                </a:solidFill>
                <a:latin typeface="Microsoft YaHei"/>
              </a:rPr>
              <a:t>自动化测试用例生成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1">
                <a:solidFill>
                  <a:srgbClr val="00E5FF"/>
                </a:solidFill>
                <a:latin typeface="Microsoft YaHei"/>
              </a:rPr>
              <a:t>▸ </a:t>
            </a:r>
            <a:r>
              <a:rPr sz="1400">
                <a:solidFill>
                  <a:srgbClr val="E8EEF7"/>
                </a:solidFill>
                <a:latin typeface="Microsoft YaHei"/>
              </a:rPr>
              <a:t>技术文档自动生成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1">
                <a:solidFill>
                  <a:srgbClr val="00E5FF"/>
                </a:solidFill>
                <a:latin typeface="Microsoft YaHei"/>
              </a:rPr>
              <a:t>▸ </a:t>
            </a:r>
            <a:r>
              <a:rPr sz="1400">
                <a:solidFill>
                  <a:srgbClr val="E8EEF7"/>
                </a:solidFill>
                <a:latin typeface="Microsoft YaHei"/>
              </a:rPr>
              <a:t>缺陷智能诊断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1">
                <a:solidFill>
                  <a:srgbClr val="00E5FF"/>
                </a:solidFill>
                <a:latin typeface="Microsoft YaHei"/>
              </a:rPr>
              <a:t>▸ </a:t>
            </a:r>
            <a:r>
              <a:rPr sz="1400">
                <a:solidFill>
                  <a:srgbClr val="E8EEF7"/>
                </a:solidFill>
                <a:latin typeface="Microsoft YaHei"/>
              </a:rPr>
              <a:t>依赖安全扫描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1">
                <a:solidFill>
                  <a:srgbClr val="00E5FF"/>
                </a:solidFill>
                <a:latin typeface="Microsoft YaHei"/>
              </a:rPr>
              <a:t>▸ </a:t>
            </a:r>
            <a:r>
              <a:rPr sz="1400">
                <a:solidFill>
                  <a:srgbClr val="E8EEF7"/>
                </a:solidFill>
                <a:latin typeface="Microsoft YaHei"/>
              </a:rPr>
              <a:t>工作流模板复用</a:t>
            </a:r>
          </a:p>
        </p:txBody>
      </p:sp>
      <p:sp>
        <p:nvSpPr>
          <p:cNvPr id="405" name="Rounded Rectangle 404"/>
          <p:cNvSpPr/>
          <p:nvPr/>
        </p:nvSpPr>
        <p:spPr>
          <a:xfrm>
            <a:off x="4434840" y="1554480"/>
            <a:ext cx="3566160" cy="3840480"/>
          </a:xfrm>
          <a:prstGeom prst="roundRect">
            <a:avLst/>
          </a:prstGeom>
          <a:solidFill>
            <a:srgbClr val="12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" name="Rectangle 405"/>
          <p:cNvSpPr/>
          <p:nvPr/>
        </p:nvSpPr>
        <p:spPr>
          <a:xfrm>
            <a:off x="4434840" y="1554480"/>
            <a:ext cx="3566160" cy="54864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" name="TextBox 406"/>
          <p:cNvSpPr txBox="1"/>
          <p:nvPr/>
        </p:nvSpPr>
        <p:spPr>
          <a:xfrm>
            <a:off x="4617720" y="164592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4FC3F7"/>
                </a:solidFill>
                <a:latin typeface="Microsoft YaHei"/>
              </a:rPr>
              <a:t>目标用户</a:t>
            </a:r>
          </a:p>
        </p:txBody>
      </p:sp>
      <p:sp>
        <p:nvSpPr>
          <p:cNvPr id="408" name="TextBox 407"/>
          <p:cNvSpPr txBox="1"/>
          <p:nvPr/>
        </p:nvSpPr>
        <p:spPr>
          <a:xfrm>
            <a:off x="4617720" y="2103120"/>
            <a:ext cx="3291840" cy="3200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1">
                <a:solidFill>
                  <a:srgbClr val="00E5FF"/>
                </a:solidFill>
                <a:latin typeface="Microsoft YaHei"/>
              </a:rPr>
              <a:t>▸ </a:t>
            </a:r>
            <a:r>
              <a:rPr sz="1400">
                <a:solidFill>
                  <a:srgbClr val="E8EEF7"/>
                </a:solidFill>
                <a:latin typeface="Microsoft YaHei"/>
              </a:rPr>
              <a:t>中小开发团队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1">
                <a:solidFill>
                  <a:srgbClr val="00E5FF"/>
                </a:solidFill>
                <a:latin typeface="Microsoft YaHei"/>
              </a:rPr>
              <a:t>▸ </a:t>
            </a:r>
            <a:r>
              <a:rPr sz="1400">
                <a:solidFill>
                  <a:srgbClr val="E8EEF7"/>
                </a:solidFill>
                <a:latin typeface="Microsoft YaHei"/>
              </a:rPr>
              <a:t>开源项目维护者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1">
                <a:solidFill>
                  <a:srgbClr val="00E5FF"/>
                </a:solidFill>
                <a:latin typeface="Microsoft YaHei"/>
              </a:rPr>
              <a:t>▸ </a:t>
            </a:r>
            <a:r>
              <a:rPr sz="1400">
                <a:solidFill>
                  <a:srgbClr val="E8EEF7"/>
                </a:solidFill>
                <a:latin typeface="Microsoft YaHei"/>
              </a:rPr>
              <a:t>AI 工程实践者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1">
                <a:solidFill>
                  <a:srgbClr val="00E5FF"/>
                </a:solidFill>
                <a:latin typeface="Microsoft YaHei"/>
              </a:rPr>
              <a:t>▸ </a:t>
            </a:r>
            <a:r>
              <a:rPr sz="1400">
                <a:solidFill>
                  <a:srgbClr val="E8EEF7"/>
                </a:solidFill>
                <a:latin typeface="Microsoft YaHei"/>
              </a:rPr>
              <a:t>审计与合规人员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1">
                <a:solidFill>
                  <a:srgbClr val="00E5FF"/>
                </a:solidFill>
                <a:latin typeface="Microsoft YaHei"/>
              </a:rPr>
              <a:t>▸ </a:t>
            </a:r>
            <a:r>
              <a:rPr sz="1400">
                <a:solidFill>
                  <a:srgbClr val="E8EEF7"/>
                </a:solidFill>
                <a:latin typeface="Microsoft YaHei"/>
              </a:rPr>
              <a:t>DevOps 工程师</a:t>
            </a:r>
          </a:p>
        </p:txBody>
      </p:sp>
      <p:sp>
        <p:nvSpPr>
          <p:cNvPr id="409" name="Rounded Rectangle 408"/>
          <p:cNvSpPr/>
          <p:nvPr/>
        </p:nvSpPr>
        <p:spPr>
          <a:xfrm>
            <a:off x="8138160" y="1554480"/>
            <a:ext cx="3566160" cy="3840480"/>
          </a:xfrm>
          <a:prstGeom prst="roundRect">
            <a:avLst/>
          </a:prstGeom>
          <a:solidFill>
            <a:srgbClr val="12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" name="Rectangle 409"/>
          <p:cNvSpPr/>
          <p:nvPr/>
        </p:nvSpPr>
        <p:spPr>
          <a:xfrm>
            <a:off x="8138160" y="1554480"/>
            <a:ext cx="3566160" cy="54864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" name="TextBox 410"/>
          <p:cNvSpPr txBox="1"/>
          <p:nvPr/>
        </p:nvSpPr>
        <p:spPr>
          <a:xfrm>
            <a:off x="8321040" y="164592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4CAF50"/>
                </a:solidFill>
                <a:latin typeface="Microsoft YaHei"/>
              </a:rPr>
              <a:t>应用领域</a:t>
            </a:r>
          </a:p>
        </p:txBody>
      </p:sp>
      <p:sp>
        <p:nvSpPr>
          <p:cNvPr id="412" name="TextBox 411"/>
          <p:cNvSpPr txBox="1"/>
          <p:nvPr/>
        </p:nvSpPr>
        <p:spPr>
          <a:xfrm>
            <a:off x="8321040" y="2103120"/>
            <a:ext cx="3291840" cy="3200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1">
                <a:solidFill>
                  <a:srgbClr val="00E5FF"/>
                </a:solidFill>
                <a:latin typeface="Microsoft YaHei"/>
              </a:rPr>
              <a:t>▸ </a:t>
            </a:r>
            <a:r>
              <a:rPr sz="1400">
                <a:solidFill>
                  <a:srgbClr val="E8EEF7"/>
                </a:solidFill>
                <a:latin typeface="Microsoft YaHei"/>
              </a:rPr>
              <a:t>软件工程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1">
                <a:solidFill>
                  <a:srgbClr val="00E5FF"/>
                </a:solidFill>
                <a:latin typeface="Microsoft YaHei"/>
              </a:rPr>
              <a:t>▸ </a:t>
            </a:r>
            <a:r>
              <a:rPr sz="1400">
                <a:solidFill>
                  <a:srgbClr val="E8EEF7"/>
                </a:solidFill>
                <a:latin typeface="Microsoft YaHei"/>
              </a:rPr>
              <a:t>AI 工程化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1">
                <a:solidFill>
                  <a:srgbClr val="00E5FF"/>
                </a:solidFill>
                <a:latin typeface="Microsoft YaHei"/>
              </a:rPr>
              <a:t>▸ </a:t>
            </a:r>
            <a:r>
              <a:rPr sz="1400">
                <a:solidFill>
                  <a:srgbClr val="E8EEF7"/>
                </a:solidFill>
                <a:latin typeface="Microsoft YaHei"/>
              </a:rPr>
              <a:t>区块链存证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1">
                <a:solidFill>
                  <a:srgbClr val="00E5FF"/>
                </a:solidFill>
                <a:latin typeface="Microsoft YaHei"/>
              </a:rPr>
              <a:t>▸ </a:t>
            </a:r>
            <a:r>
              <a:rPr sz="1400">
                <a:solidFill>
                  <a:srgbClr val="E8EEF7"/>
                </a:solidFill>
                <a:latin typeface="Microsoft YaHei"/>
              </a:rPr>
              <a:t>DevOps 自动化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1">
                <a:solidFill>
                  <a:srgbClr val="00E5FF"/>
                </a:solidFill>
                <a:latin typeface="Microsoft YaHei"/>
              </a:rPr>
              <a:t>▸ </a:t>
            </a:r>
            <a:r>
              <a:rPr sz="1400">
                <a:solidFill>
                  <a:srgbClr val="E8EEF7"/>
                </a:solidFill>
                <a:latin typeface="Microsoft YaHei"/>
              </a:rPr>
              <a:t>开源公共物品</a:t>
            </a:r>
          </a:p>
        </p:txBody>
      </p:sp>
      <p:sp>
        <p:nvSpPr>
          <p:cNvPr id="413" name="Rounded Rectangle 412"/>
          <p:cNvSpPr/>
          <p:nvPr/>
        </p:nvSpPr>
        <p:spPr>
          <a:xfrm>
            <a:off x="731520" y="5577840"/>
            <a:ext cx="5303520" cy="822960"/>
          </a:xfrm>
          <a:prstGeom prst="roundRect">
            <a:avLst/>
          </a:prstGeom>
          <a:solidFill>
            <a:srgbClr val="12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Rectangle 413"/>
          <p:cNvSpPr/>
          <p:nvPr/>
        </p:nvSpPr>
        <p:spPr>
          <a:xfrm>
            <a:off x="731520" y="5577840"/>
            <a:ext cx="54864" cy="82296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TextBox 414"/>
          <p:cNvSpPr txBox="1"/>
          <p:nvPr/>
        </p:nvSpPr>
        <p:spPr>
          <a:xfrm>
            <a:off x="914400" y="562356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4CAF50"/>
                </a:solidFill>
                <a:latin typeface="Microsoft YaHei"/>
              </a:rPr>
              <a:t>✓ 适用边界</a:t>
            </a:r>
          </a:p>
        </p:txBody>
      </p:sp>
      <p:sp>
        <p:nvSpPr>
          <p:cNvPr id="416" name="TextBox 415"/>
          <p:cNvSpPr txBox="1"/>
          <p:nvPr/>
        </p:nvSpPr>
        <p:spPr>
          <a:xfrm>
            <a:off x="914400" y="59436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E8EEF7"/>
                </a:solidFill>
                <a:latin typeface="Microsoft YaHei"/>
              </a:rPr>
              <a:t>需要多智能体协作的 AI 工程场景、需要可信存证的 AI 产出验证</a:t>
            </a:r>
          </a:p>
        </p:txBody>
      </p:sp>
      <p:sp>
        <p:nvSpPr>
          <p:cNvPr id="417" name="Rounded Rectangle 416"/>
          <p:cNvSpPr/>
          <p:nvPr/>
        </p:nvSpPr>
        <p:spPr>
          <a:xfrm>
            <a:off x="6309360" y="5577840"/>
            <a:ext cx="5303520" cy="822960"/>
          </a:xfrm>
          <a:prstGeom prst="roundRect">
            <a:avLst/>
          </a:prstGeom>
          <a:solidFill>
            <a:srgbClr val="12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Rectangle 417"/>
          <p:cNvSpPr/>
          <p:nvPr/>
        </p:nvSpPr>
        <p:spPr>
          <a:xfrm>
            <a:off x="6309360" y="5577840"/>
            <a:ext cx="54864" cy="82296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TextBox 418"/>
          <p:cNvSpPr txBox="1"/>
          <p:nvPr/>
        </p:nvSpPr>
        <p:spPr>
          <a:xfrm>
            <a:off x="6492240" y="562356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E53E3E"/>
                </a:solidFill>
                <a:latin typeface="Microsoft YaHei"/>
              </a:rPr>
              <a:t>✗ 不适用</a:t>
            </a:r>
          </a:p>
        </p:txBody>
      </p:sp>
      <p:sp>
        <p:nvSpPr>
          <p:cNvPr id="420" name="TextBox 419"/>
          <p:cNvSpPr txBox="1"/>
          <p:nvPr/>
        </p:nvSpPr>
        <p:spPr>
          <a:xfrm>
            <a:off x="6492240" y="59436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E8EEF7"/>
                </a:solidFill>
                <a:latin typeface="Microsoft YaHei"/>
              </a:rPr>
              <a:t>纯模型训练、单点离线推理、非 AI 工作流场景</a:t>
            </a:r>
          </a:p>
        </p:txBody>
      </p:sp>
      <p:sp>
        <p:nvSpPr>
          <p:cNvPr id="421" name="Rectangle 420"/>
          <p:cNvSpPr/>
          <p:nvPr/>
        </p:nvSpPr>
        <p:spPr>
          <a:xfrm>
            <a:off x="0" y="6565392"/>
            <a:ext cx="12191695" cy="45720"/>
          </a:xfrm>
          <a:prstGeom prst="rect">
            <a:avLst/>
          </a:prstGeom>
          <a:solidFill>
            <a:srgbClr val="1A0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" name="Rectangle 421"/>
          <p:cNvSpPr/>
          <p:nvPr/>
        </p:nvSpPr>
        <p:spPr>
          <a:xfrm>
            <a:off x="0" y="6565392"/>
            <a:ext cx="10566135" cy="457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" name="Rectangle 422"/>
          <p:cNvSpPr/>
          <p:nvPr/>
        </p:nvSpPr>
        <p:spPr>
          <a:xfrm>
            <a:off x="0" y="6551676"/>
            <a:ext cx="10566135" cy="109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" name="Oval 423"/>
          <p:cNvSpPr/>
          <p:nvPr/>
        </p:nvSpPr>
        <p:spPr>
          <a:xfrm>
            <a:off x="457200" y="6693408"/>
            <a:ext cx="73152" cy="73152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" name="Oval 424"/>
          <p:cNvSpPr/>
          <p:nvPr/>
        </p:nvSpPr>
        <p:spPr>
          <a:xfrm>
            <a:off x="566928" y="6711696"/>
            <a:ext cx="45720" cy="45720"/>
          </a:xfrm>
          <a:prstGeom prst="ellipse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" name="TextBox 425"/>
          <p:cNvSpPr txBox="1"/>
          <p:nvPr/>
        </p:nvSpPr>
        <p:spPr>
          <a:xfrm>
            <a:off x="685800" y="662940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9AA5B5"/>
                </a:solidFill>
                <a:latin typeface="Microsoft YaHei"/>
              </a:rPr>
              <a:t>FlowForge AI  ·  Shadu Team  ·  v2.67</a:t>
            </a:r>
          </a:p>
        </p:txBody>
      </p:sp>
      <p:sp>
        <p:nvSpPr>
          <p:cNvPr id="427" name="TextBox 426"/>
          <p:cNvSpPr txBox="1"/>
          <p:nvPr/>
        </p:nvSpPr>
        <p:spPr>
          <a:xfrm>
            <a:off x="10058400" y="662940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>
                <a:solidFill>
                  <a:srgbClr val="00E5FF"/>
                </a:solidFill>
                <a:latin typeface="Microsoft YaHei"/>
              </a:rPr>
              <a:t>[ 13 / 15 ]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1628"/>
            </a:gs>
            <a:gs pos="100000">
              <a:srgbClr val="1A0B2E"/>
            </a:gs>
          </a:gsLst>
          <a:lin scaled="0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789920" y="0"/>
            <a:ext cx="1401775" cy="2011680"/>
          </a:xfrm>
          <a:prstGeom prst="ellipse">
            <a:avLst/>
          </a:prstGeom>
          <a:solidFill>
            <a:srgbClr val="F5B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155680" y="0"/>
            <a:ext cx="1036015" cy="1097280"/>
          </a:xfrm>
          <a:prstGeom prst="ellips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0" y="5486400"/>
            <a:ext cx="1645920" cy="1371600"/>
          </a:xfrm>
          <a:prstGeom prst="ellips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704320" y="5029200"/>
            <a:ext cx="487375" cy="914400"/>
          </a:xfrm>
          <a:prstGeom prst="ellipse">
            <a:avLst/>
          </a:prstGeom>
          <a:solidFill>
            <a:srgbClr val="F5B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A0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5486400"/>
            <a:ext cx="12191695" cy="13716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0" y="2286000"/>
            <a:ext cx="3200400" cy="3200400"/>
          </a:xfrm>
          <a:prstGeom prst="ellipse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515600" y="1828800"/>
            <a:ext cx="1676095" cy="3200400"/>
          </a:xfrm>
          <a:prstGeom prst="ellipse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0" y="0"/>
            <a:ext cx="4572000" cy="4572000"/>
          </a:xfrm>
          <a:prstGeom prst="ellipse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0" y="2743200"/>
            <a:ext cx="3047695" cy="4114800"/>
          </a:xfrm>
          <a:prstGeom prst="ellipse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57600" y="0"/>
            <a:ext cx="3657600" cy="3657600"/>
          </a:xfrm>
          <a:prstGeom prst="ellipse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64592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6888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9184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1480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93776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76072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0664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5256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87552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69848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52144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2344400" y="0"/>
            <a:ext cx="182880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74320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2295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371600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920240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468880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017520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566160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114800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663440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21207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76071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30935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85799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40663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95527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50391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05255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60119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14983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69847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124711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179575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274320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82295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371600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920240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2468880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3017520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3566160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4114800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4663440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521207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576071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630935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685799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740663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795527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50391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905255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960119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1014983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1069847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1124711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179575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274320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82295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1371600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1920240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2468880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3017520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3566160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4114800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4663440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521207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576071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630935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685799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740663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795527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850391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905255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960119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1014983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1069847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1124711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1179575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274320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82295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1371600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1920240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2468880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3017520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3566160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4114800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4663440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521207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576071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630935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685799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740663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795527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850391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905255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960119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1014983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1069847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1124711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1179575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274320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82295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1371600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1920240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2468880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3017520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3566160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4114800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4663440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521207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576071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630935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685799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740663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795527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850391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905255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960119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1014983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1069847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1124711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1179575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274320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82295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1371600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1920240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2468880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3017520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3566160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4114800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4663440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521207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576071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630935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685799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740663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795527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850391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905255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960119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1014983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1069847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1124711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1179575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274320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82295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1371600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1920240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2468880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3017520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3566160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4114800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4663440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521207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576071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630935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685799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740663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795527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850391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905255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960119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1014983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1069847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1124711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1179575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274320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82295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1371600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1920240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2468880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3017520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3566160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4114800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4663440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521207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576071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630935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xfrm>
            <a:off x="685799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xfrm>
            <a:off x="740663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Oval 198"/>
          <p:cNvSpPr/>
          <p:nvPr/>
        </p:nvSpPr>
        <p:spPr>
          <a:xfrm>
            <a:off x="795527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>
            <a:off x="850391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905255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960119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1014983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1069847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Oval 204"/>
          <p:cNvSpPr/>
          <p:nvPr/>
        </p:nvSpPr>
        <p:spPr>
          <a:xfrm>
            <a:off x="1124711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Oval 205"/>
          <p:cNvSpPr/>
          <p:nvPr/>
        </p:nvSpPr>
        <p:spPr>
          <a:xfrm>
            <a:off x="1179575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>
            <a:off x="274320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Oval 207"/>
          <p:cNvSpPr/>
          <p:nvPr/>
        </p:nvSpPr>
        <p:spPr>
          <a:xfrm>
            <a:off x="82295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Oval 208"/>
          <p:cNvSpPr/>
          <p:nvPr/>
        </p:nvSpPr>
        <p:spPr>
          <a:xfrm>
            <a:off x="1371600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Oval 209"/>
          <p:cNvSpPr/>
          <p:nvPr/>
        </p:nvSpPr>
        <p:spPr>
          <a:xfrm>
            <a:off x="1920240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Oval 210"/>
          <p:cNvSpPr/>
          <p:nvPr/>
        </p:nvSpPr>
        <p:spPr>
          <a:xfrm>
            <a:off x="2468880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Oval 211"/>
          <p:cNvSpPr/>
          <p:nvPr/>
        </p:nvSpPr>
        <p:spPr>
          <a:xfrm>
            <a:off x="3017520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Oval 212"/>
          <p:cNvSpPr/>
          <p:nvPr/>
        </p:nvSpPr>
        <p:spPr>
          <a:xfrm>
            <a:off x="3566160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4114800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4663440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521207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576071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630935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685799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740663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795527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850391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905255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960119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1014983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1069847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1124711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1179575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274320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82295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1371600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1920240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2468880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3017520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3566160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4114800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4663440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521207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576071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630935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685799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740663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Oval 242"/>
          <p:cNvSpPr/>
          <p:nvPr/>
        </p:nvSpPr>
        <p:spPr>
          <a:xfrm>
            <a:off x="795527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Oval 243"/>
          <p:cNvSpPr/>
          <p:nvPr/>
        </p:nvSpPr>
        <p:spPr>
          <a:xfrm>
            <a:off x="850391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Oval 244"/>
          <p:cNvSpPr/>
          <p:nvPr/>
        </p:nvSpPr>
        <p:spPr>
          <a:xfrm>
            <a:off x="905255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Oval 245"/>
          <p:cNvSpPr/>
          <p:nvPr/>
        </p:nvSpPr>
        <p:spPr>
          <a:xfrm>
            <a:off x="960119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Oval 246"/>
          <p:cNvSpPr/>
          <p:nvPr/>
        </p:nvSpPr>
        <p:spPr>
          <a:xfrm>
            <a:off x="1014983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Oval 247"/>
          <p:cNvSpPr/>
          <p:nvPr/>
        </p:nvSpPr>
        <p:spPr>
          <a:xfrm>
            <a:off x="1069847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Oval 248"/>
          <p:cNvSpPr/>
          <p:nvPr/>
        </p:nvSpPr>
        <p:spPr>
          <a:xfrm>
            <a:off x="1124711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Oval 249"/>
          <p:cNvSpPr/>
          <p:nvPr/>
        </p:nvSpPr>
        <p:spPr>
          <a:xfrm>
            <a:off x="1179575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Oval 250"/>
          <p:cNvSpPr/>
          <p:nvPr/>
        </p:nvSpPr>
        <p:spPr>
          <a:xfrm>
            <a:off x="274320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Oval 251"/>
          <p:cNvSpPr/>
          <p:nvPr/>
        </p:nvSpPr>
        <p:spPr>
          <a:xfrm>
            <a:off x="82295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Oval 252"/>
          <p:cNvSpPr/>
          <p:nvPr/>
        </p:nvSpPr>
        <p:spPr>
          <a:xfrm>
            <a:off x="1371600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Oval 253"/>
          <p:cNvSpPr/>
          <p:nvPr/>
        </p:nvSpPr>
        <p:spPr>
          <a:xfrm>
            <a:off x="1920240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Oval 254"/>
          <p:cNvSpPr/>
          <p:nvPr/>
        </p:nvSpPr>
        <p:spPr>
          <a:xfrm>
            <a:off x="2468880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Oval 255"/>
          <p:cNvSpPr/>
          <p:nvPr/>
        </p:nvSpPr>
        <p:spPr>
          <a:xfrm>
            <a:off x="3017520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Oval 256"/>
          <p:cNvSpPr/>
          <p:nvPr/>
        </p:nvSpPr>
        <p:spPr>
          <a:xfrm>
            <a:off x="3566160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Oval 257"/>
          <p:cNvSpPr/>
          <p:nvPr/>
        </p:nvSpPr>
        <p:spPr>
          <a:xfrm>
            <a:off x="4114800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Oval 258"/>
          <p:cNvSpPr/>
          <p:nvPr/>
        </p:nvSpPr>
        <p:spPr>
          <a:xfrm>
            <a:off x="4663440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Oval 259"/>
          <p:cNvSpPr/>
          <p:nvPr/>
        </p:nvSpPr>
        <p:spPr>
          <a:xfrm>
            <a:off x="521207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Oval 260"/>
          <p:cNvSpPr/>
          <p:nvPr/>
        </p:nvSpPr>
        <p:spPr>
          <a:xfrm>
            <a:off x="576071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Oval 261"/>
          <p:cNvSpPr/>
          <p:nvPr/>
        </p:nvSpPr>
        <p:spPr>
          <a:xfrm>
            <a:off x="630935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Oval 262"/>
          <p:cNvSpPr/>
          <p:nvPr/>
        </p:nvSpPr>
        <p:spPr>
          <a:xfrm>
            <a:off x="685799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Oval 263"/>
          <p:cNvSpPr/>
          <p:nvPr/>
        </p:nvSpPr>
        <p:spPr>
          <a:xfrm>
            <a:off x="740663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Oval 264"/>
          <p:cNvSpPr/>
          <p:nvPr/>
        </p:nvSpPr>
        <p:spPr>
          <a:xfrm>
            <a:off x="795527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Oval 265"/>
          <p:cNvSpPr/>
          <p:nvPr/>
        </p:nvSpPr>
        <p:spPr>
          <a:xfrm>
            <a:off x="850391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Oval 266"/>
          <p:cNvSpPr/>
          <p:nvPr/>
        </p:nvSpPr>
        <p:spPr>
          <a:xfrm>
            <a:off x="905255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Oval 267"/>
          <p:cNvSpPr/>
          <p:nvPr/>
        </p:nvSpPr>
        <p:spPr>
          <a:xfrm>
            <a:off x="960119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Oval 268"/>
          <p:cNvSpPr/>
          <p:nvPr/>
        </p:nvSpPr>
        <p:spPr>
          <a:xfrm>
            <a:off x="1014983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Oval 269"/>
          <p:cNvSpPr/>
          <p:nvPr/>
        </p:nvSpPr>
        <p:spPr>
          <a:xfrm>
            <a:off x="1069847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Oval 270"/>
          <p:cNvSpPr/>
          <p:nvPr/>
        </p:nvSpPr>
        <p:spPr>
          <a:xfrm>
            <a:off x="1124711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Oval 271"/>
          <p:cNvSpPr/>
          <p:nvPr/>
        </p:nvSpPr>
        <p:spPr>
          <a:xfrm>
            <a:off x="1179575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Oval 272"/>
          <p:cNvSpPr/>
          <p:nvPr/>
        </p:nvSpPr>
        <p:spPr>
          <a:xfrm>
            <a:off x="274320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Oval 273"/>
          <p:cNvSpPr/>
          <p:nvPr/>
        </p:nvSpPr>
        <p:spPr>
          <a:xfrm>
            <a:off x="82295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Oval 274"/>
          <p:cNvSpPr/>
          <p:nvPr/>
        </p:nvSpPr>
        <p:spPr>
          <a:xfrm>
            <a:off x="1371600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Oval 275"/>
          <p:cNvSpPr/>
          <p:nvPr/>
        </p:nvSpPr>
        <p:spPr>
          <a:xfrm>
            <a:off x="1920240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Oval 276"/>
          <p:cNvSpPr/>
          <p:nvPr/>
        </p:nvSpPr>
        <p:spPr>
          <a:xfrm>
            <a:off x="2468880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Oval 277"/>
          <p:cNvSpPr/>
          <p:nvPr/>
        </p:nvSpPr>
        <p:spPr>
          <a:xfrm>
            <a:off x="3017520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Oval 278"/>
          <p:cNvSpPr/>
          <p:nvPr/>
        </p:nvSpPr>
        <p:spPr>
          <a:xfrm>
            <a:off x="3566160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Oval 279"/>
          <p:cNvSpPr/>
          <p:nvPr/>
        </p:nvSpPr>
        <p:spPr>
          <a:xfrm>
            <a:off x="4114800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Oval 280"/>
          <p:cNvSpPr/>
          <p:nvPr/>
        </p:nvSpPr>
        <p:spPr>
          <a:xfrm>
            <a:off x="4663440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Oval 281"/>
          <p:cNvSpPr/>
          <p:nvPr/>
        </p:nvSpPr>
        <p:spPr>
          <a:xfrm>
            <a:off x="521207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Oval 282"/>
          <p:cNvSpPr/>
          <p:nvPr/>
        </p:nvSpPr>
        <p:spPr>
          <a:xfrm>
            <a:off x="576071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Oval 283"/>
          <p:cNvSpPr/>
          <p:nvPr/>
        </p:nvSpPr>
        <p:spPr>
          <a:xfrm>
            <a:off x="630935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Oval 284"/>
          <p:cNvSpPr/>
          <p:nvPr/>
        </p:nvSpPr>
        <p:spPr>
          <a:xfrm>
            <a:off x="685799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Oval 285"/>
          <p:cNvSpPr/>
          <p:nvPr/>
        </p:nvSpPr>
        <p:spPr>
          <a:xfrm>
            <a:off x="740663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Oval 286"/>
          <p:cNvSpPr/>
          <p:nvPr/>
        </p:nvSpPr>
        <p:spPr>
          <a:xfrm>
            <a:off x="795527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Oval 287"/>
          <p:cNvSpPr/>
          <p:nvPr/>
        </p:nvSpPr>
        <p:spPr>
          <a:xfrm>
            <a:off x="850391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Oval 288"/>
          <p:cNvSpPr/>
          <p:nvPr/>
        </p:nvSpPr>
        <p:spPr>
          <a:xfrm>
            <a:off x="905255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Oval 289"/>
          <p:cNvSpPr/>
          <p:nvPr/>
        </p:nvSpPr>
        <p:spPr>
          <a:xfrm>
            <a:off x="960119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Oval 290"/>
          <p:cNvSpPr/>
          <p:nvPr/>
        </p:nvSpPr>
        <p:spPr>
          <a:xfrm>
            <a:off x="1014983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Oval 291"/>
          <p:cNvSpPr/>
          <p:nvPr/>
        </p:nvSpPr>
        <p:spPr>
          <a:xfrm>
            <a:off x="1069847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Oval 292"/>
          <p:cNvSpPr/>
          <p:nvPr/>
        </p:nvSpPr>
        <p:spPr>
          <a:xfrm>
            <a:off x="1124711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Oval 293"/>
          <p:cNvSpPr/>
          <p:nvPr/>
        </p:nvSpPr>
        <p:spPr>
          <a:xfrm>
            <a:off x="1179575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Rectangle 294"/>
          <p:cNvSpPr/>
          <p:nvPr/>
        </p:nvSpPr>
        <p:spPr>
          <a:xfrm>
            <a:off x="91479" y="4257697"/>
            <a:ext cx="2583260" cy="109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Rectangle 295"/>
          <p:cNvSpPr/>
          <p:nvPr/>
        </p:nvSpPr>
        <p:spPr>
          <a:xfrm>
            <a:off x="2693717" y="1783875"/>
            <a:ext cx="3685122" cy="109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Rectangle 296"/>
          <p:cNvSpPr/>
          <p:nvPr/>
        </p:nvSpPr>
        <p:spPr>
          <a:xfrm>
            <a:off x="317987" y="5759958"/>
            <a:ext cx="2986215" cy="109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Rectangle 297"/>
          <p:cNvSpPr/>
          <p:nvPr/>
        </p:nvSpPr>
        <p:spPr>
          <a:xfrm>
            <a:off x="799690" y="634302"/>
            <a:ext cx="3215090" cy="109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Rectangle 298"/>
          <p:cNvSpPr/>
          <p:nvPr/>
        </p:nvSpPr>
        <p:spPr>
          <a:xfrm>
            <a:off x="727268" y="614919"/>
            <a:ext cx="3611562" cy="109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ectangle 299"/>
          <p:cNvSpPr/>
          <p:nvPr/>
        </p:nvSpPr>
        <p:spPr>
          <a:xfrm>
            <a:off x="806283" y="3696114"/>
            <a:ext cx="3445273" cy="109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Rectangle 300"/>
          <p:cNvSpPr/>
          <p:nvPr/>
        </p:nvSpPr>
        <p:spPr>
          <a:xfrm>
            <a:off x="9560961" y="23769"/>
            <a:ext cx="10972" cy="3302482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Rectangle 301"/>
          <p:cNvSpPr/>
          <p:nvPr/>
        </p:nvSpPr>
        <p:spPr>
          <a:xfrm>
            <a:off x="8309257" y="1244500"/>
            <a:ext cx="10972" cy="2113140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ectangle 302"/>
          <p:cNvSpPr/>
          <p:nvPr/>
        </p:nvSpPr>
        <p:spPr>
          <a:xfrm>
            <a:off x="11223090" y="1231128"/>
            <a:ext cx="10972" cy="1998413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Rectangle 303"/>
          <p:cNvSpPr/>
          <p:nvPr/>
        </p:nvSpPr>
        <p:spPr>
          <a:xfrm>
            <a:off x="1544980" y="3099795"/>
            <a:ext cx="10972" cy="2932894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Rectangle 304"/>
          <p:cNvSpPr/>
          <p:nvPr/>
        </p:nvSpPr>
        <p:spPr>
          <a:xfrm>
            <a:off x="9535068" y="2669066"/>
            <a:ext cx="10972" cy="2809453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Oval 305"/>
          <p:cNvSpPr/>
          <p:nvPr/>
        </p:nvSpPr>
        <p:spPr>
          <a:xfrm>
            <a:off x="11135004" y="2637830"/>
            <a:ext cx="54864" cy="5486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Oval 306"/>
          <p:cNvSpPr/>
          <p:nvPr/>
        </p:nvSpPr>
        <p:spPr>
          <a:xfrm>
            <a:off x="11116716" y="2619542"/>
            <a:ext cx="91440" cy="914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Oval 307"/>
          <p:cNvSpPr/>
          <p:nvPr/>
        </p:nvSpPr>
        <p:spPr>
          <a:xfrm>
            <a:off x="6514631" y="5235168"/>
            <a:ext cx="54864" cy="5486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Oval 308"/>
          <p:cNvSpPr/>
          <p:nvPr/>
        </p:nvSpPr>
        <p:spPr>
          <a:xfrm>
            <a:off x="6496343" y="5216880"/>
            <a:ext cx="91440" cy="914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Oval 309"/>
          <p:cNvSpPr/>
          <p:nvPr/>
        </p:nvSpPr>
        <p:spPr>
          <a:xfrm>
            <a:off x="7244093" y="5421252"/>
            <a:ext cx="54864" cy="5486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Oval 310"/>
          <p:cNvSpPr/>
          <p:nvPr/>
        </p:nvSpPr>
        <p:spPr>
          <a:xfrm>
            <a:off x="7225805" y="5402964"/>
            <a:ext cx="91440" cy="914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Oval 311"/>
          <p:cNvSpPr/>
          <p:nvPr/>
        </p:nvSpPr>
        <p:spPr>
          <a:xfrm>
            <a:off x="6792369" y="4516041"/>
            <a:ext cx="54864" cy="5486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Oval 312"/>
          <p:cNvSpPr/>
          <p:nvPr/>
        </p:nvSpPr>
        <p:spPr>
          <a:xfrm>
            <a:off x="6774081" y="4497753"/>
            <a:ext cx="91440" cy="914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Oval 313"/>
          <p:cNvSpPr/>
          <p:nvPr/>
        </p:nvSpPr>
        <p:spPr>
          <a:xfrm>
            <a:off x="960021" y="1770058"/>
            <a:ext cx="54864" cy="5486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Oval 314"/>
          <p:cNvSpPr/>
          <p:nvPr/>
        </p:nvSpPr>
        <p:spPr>
          <a:xfrm>
            <a:off x="941733" y="1751770"/>
            <a:ext cx="91440" cy="914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Oval 315"/>
          <p:cNvSpPr/>
          <p:nvPr/>
        </p:nvSpPr>
        <p:spPr>
          <a:xfrm>
            <a:off x="3632596" y="916859"/>
            <a:ext cx="54864" cy="5486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Oval 316"/>
          <p:cNvSpPr/>
          <p:nvPr/>
        </p:nvSpPr>
        <p:spPr>
          <a:xfrm>
            <a:off x="3614308" y="898571"/>
            <a:ext cx="91440" cy="914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Oval 317"/>
          <p:cNvSpPr/>
          <p:nvPr/>
        </p:nvSpPr>
        <p:spPr>
          <a:xfrm>
            <a:off x="3011567" y="1039040"/>
            <a:ext cx="54864" cy="5486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Oval 318"/>
          <p:cNvSpPr/>
          <p:nvPr/>
        </p:nvSpPr>
        <p:spPr>
          <a:xfrm>
            <a:off x="2993279" y="1020752"/>
            <a:ext cx="91440" cy="914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Oval 319"/>
          <p:cNvSpPr/>
          <p:nvPr/>
        </p:nvSpPr>
        <p:spPr>
          <a:xfrm>
            <a:off x="3507348" y="4119200"/>
            <a:ext cx="54864" cy="5486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Oval 320"/>
          <p:cNvSpPr/>
          <p:nvPr/>
        </p:nvSpPr>
        <p:spPr>
          <a:xfrm>
            <a:off x="3489060" y="4100912"/>
            <a:ext cx="91440" cy="914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Oval 321"/>
          <p:cNvSpPr/>
          <p:nvPr/>
        </p:nvSpPr>
        <p:spPr>
          <a:xfrm>
            <a:off x="4460430" y="2589708"/>
            <a:ext cx="54864" cy="5486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Oval 322"/>
          <p:cNvSpPr/>
          <p:nvPr/>
        </p:nvSpPr>
        <p:spPr>
          <a:xfrm>
            <a:off x="4442142" y="2571420"/>
            <a:ext cx="91440" cy="914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Oval 323"/>
          <p:cNvSpPr/>
          <p:nvPr/>
        </p:nvSpPr>
        <p:spPr>
          <a:xfrm>
            <a:off x="2756078" y="1995184"/>
            <a:ext cx="54864" cy="5486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Oval 324"/>
          <p:cNvSpPr/>
          <p:nvPr/>
        </p:nvSpPr>
        <p:spPr>
          <a:xfrm>
            <a:off x="2737790" y="1976896"/>
            <a:ext cx="91440" cy="914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Rectangle 325"/>
          <p:cNvSpPr/>
          <p:nvPr/>
        </p:nvSpPr>
        <p:spPr>
          <a:xfrm>
            <a:off x="0" y="182880"/>
            <a:ext cx="4114800" cy="1828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Rectangle 326"/>
          <p:cNvSpPr/>
          <p:nvPr/>
        </p:nvSpPr>
        <p:spPr>
          <a:xfrm>
            <a:off x="0" y="320040"/>
            <a:ext cx="2743200" cy="13716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Rectangle 327"/>
          <p:cNvSpPr/>
          <p:nvPr/>
        </p:nvSpPr>
        <p:spPr>
          <a:xfrm>
            <a:off x="8046720" y="6446520"/>
            <a:ext cx="4114800" cy="18288"/>
          </a:xfrm>
          <a:prstGeom prst="rect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Rectangle 328"/>
          <p:cNvSpPr/>
          <p:nvPr/>
        </p:nvSpPr>
        <p:spPr>
          <a:xfrm>
            <a:off x="9418320" y="6309360"/>
            <a:ext cx="2743200" cy="1371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Rectangle 329"/>
          <p:cNvSpPr/>
          <p:nvPr/>
        </p:nvSpPr>
        <p:spPr>
          <a:xfrm>
            <a:off x="5029200" y="0"/>
            <a:ext cx="9144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Rectangle 330"/>
          <p:cNvSpPr/>
          <p:nvPr/>
        </p:nvSpPr>
        <p:spPr>
          <a:xfrm>
            <a:off x="5166360" y="0"/>
            <a:ext cx="9144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Rectangle 331"/>
          <p:cNvSpPr/>
          <p:nvPr/>
        </p:nvSpPr>
        <p:spPr>
          <a:xfrm>
            <a:off x="5303520" y="0"/>
            <a:ext cx="9144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Rectangle 332"/>
          <p:cNvSpPr/>
          <p:nvPr/>
        </p:nvSpPr>
        <p:spPr>
          <a:xfrm>
            <a:off x="0" y="137160"/>
            <a:ext cx="12191695" cy="548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Rectangle 333"/>
          <p:cNvSpPr/>
          <p:nvPr/>
        </p:nvSpPr>
        <p:spPr>
          <a:xfrm>
            <a:off x="0" y="978408"/>
            <a:ext cx="12191695" cy="548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Rectangle 334"/>
          <p:cNvSpPr/>
          <p:nvPr/>
        </p:nvSpPr>
        <p:spPr>
          <a:xfrm>
            <a:off x="0" y="1819656"/>
            <a:ext cx="12191695" cy="548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Rectangle 335"/>
          <p:cNvSpPr/>
          <p:nvPr/>
        </p:nvSpPr>
        <p:spPr>
          <a:xfrm>
            <a:off x="0" y="2660904"/>
            <a:ext cx="12191695" cy="548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Rectangle 336"/>
          <p:cNvSpPr/>
          <p:nvPr/>
        </p:nvSpPr>
        <p:spPr>
          <a:xfrm>
            <a:off x="0" y="3502152"/>
            <a:ext cx="12191695" cy="548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Rectangle 337"/>
          <p:cNvSpPr/>
          <p:nvPr/>
        </p:nvSpPr>
        <p:spPr>
          <a:xfrm>
            <a:off x="0" y="4343400"/>
            <a:ext cx="12191695" cy="548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Rectangle 338"/>
          <p:cNvSpPr/>
          <p:nvPr/>
        </p:nvSpPr>
        <p:spPr>
          <a:xfrm>
            <a:off x="0" y="5184648"/>
            <a:ext cx="12191695" cy="548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Rectangle 339"/>
          <p:cNvSpPr/>
          <p:nvPr/>
        </p:nvSpPr>
        <p:spPr>
          <a:xfrm>
            <a:off x="0" y="6025896"/>
            <a:ext cx="12191695" cy="548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Oval 340"/>
          <p:cNvSpPr/>
          <p:nvPr/>
        </p:nvSpPr>
        <p:spPr>
          <a:xfrm>
            <a:off x="4835217" y="1361247"/>
            <a:ext cx="94339" cy="94339"/>
          </a:xfrm>
          <a:prstGeom prst="ellipse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Oval 341"/>
          <p:cNvSpPr/>
          <p:nvPr/>
        </p:nvSpPr>
        <p:spPr>
          <a:xfrm>
            <a:off x="6347216" y="4515070"/>
            <a:ext cx="91141" cy="91141"/>
          </a:xfrm>
          <a:prstGeom prst="ellipse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Oval 342"/>
          <p:cNvSpPr/>
          <p:nvPr/>
        </p:nvSpPr>
        <p:spPr>
          <a:xfrm>
            <a:off x="1768894" y="6349443"/>
            <a:ext cx="44408" cy="44408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Oval 343"/>
          <p:cNvSpPr/>
          <p:nvPr/>
        </p:nvSpPr>
        <p:spPr>
          <a:xfrm>
            <a:off x="5353617" y="2195498"/>
            <a:ext cx="64476" cy="64476"/>
          </a:xfrm>
          <a:prstGeom prst="ellipse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Oval 344"/>
          <p:cNvSpPr/>
          <p:nvPr/>
        </p:nvSpPr>
        <p:spPr>
          <a:xfrm>
            <a:off x="1585861" y="5312615"/>
            <a:ext cx="58162" cy="58162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Oval 345"/>
          <p:cNvSpPr/>
          <p:nvPr/>
        </p:nvSpPr>
        <p:spPr>
          <a:xfrm>
            <a:off x="5370210" y="1419817"/>
            <a:ext cx="47888" cy="47888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Oval 346"/>
          <p:cNvSpPr/>
          <p:nvPr/>
        </p:nvSpPr>
        <p:spPr>
          <a:xfrm>
            <a:off x="11604956" y="4210089"/>
            <a:ext cx="97515" cy="97515"/>
          </a:xfrm>
          <a:prstGeom prst="ellipse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Oval 347"/>
          <p:cNvSpPr/>
          <p:nvPr/>
        </p:nvSpPr>
        <p:spPr>
          <a:xfrm>
            <a:off x="9726414" y="4568740"/>
            <a:ext cx="69334" cy="69334"/>
          </a:xfrm>
          <a:prstGeom prst="ellipse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Oval 348"/>
          <p:cNvSpPr/>
          <p:nvPr/>
        </p:nvSpPr>
        <p:spPr>
          <a:xfrm>
            <a:off x="974463" y="1096331"/>
            <a:ext cx="37450" cy="3745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Oval 349"/>
          <p:cNvSpPr/>
          <p:nvPr/>
        </p:nvSpPr>
        <p:spPr>
          <a:xfrm>
            <a:off x="10439447" y="4646868"/>
            <a:ext cx="77961" cy="77961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Oval 350"/>
          <p:cNvSpPr/>
          <p:nvPr/>
        </p:nvSpPr>
        <p:spPr>
          <a:xfrm>
            <a:off x="6668467" y="713150"/>
            <a:ext cx="54870" cy="54870"/>
          </a:xfrm>
          <a:prstGeom prst="ellipse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Oval 351"/>
          <p:cNvSpPr/>
          <p:nvPr/>
        </p:nvSpPr>
        <p:spPr>
          <a:xfrm>
            <a:off x="11603437" y="2455060"/>
            <a:ext cx="38153" cy="38153"/>
          </a:xfrm>
          <a:prstGeom prst="ellipse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Oval 352"/>
          <p:cNvSpPr/>
          <p:nvPr/>
        </p:nvSpPr>
        <p:spPr>
          <a:xfrm>
            <a:off x="6860823" y="3934604"/>
            <a:ext cx="75416" cy="75416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Oval 353"/>
          <p:cNvSpPr/>
          <p:nvPr/>
        </p:nvSpPr>
        <p:spPr>
          <a:xfrm>
            <a:off x="3831632" y="2853451"/>
            <a:ext cx="84921" cy="84921"/>
          </a:xfrm>
          <a:prstGeom prst="ellipse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Oval 354"/>
          <p:cNvSpPr/>
          <p:nvPr/>
        </p:nvSpPr>
        <p:spPr>
          <a:xfrm>
            <a:off x="5750328" y="4098430"/>
            <a:ext cx="98027" cy="98027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Oval 355"/>
          <p:cNvSpPr/>
          <p:nvPr/>
        </p:nvSpPr>
        <p:spPr>
          <a:xfrm>
            <a:off x="9803789" y="397143"/>
            <a:ext cx="57201" cy="57201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Oval 356"/>
          <p:cNvSpPr/>
          <p:nvPr/>
        </p:nvSpPr>
        <p:spPr>
          <a:xfrm>
            <a:off x="5447626" y="4969001"/>
            <a:ext cx="81875" cy="81875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Oval 357"/>
          <p:cNvSpPr/>
          <p:nvPr/>
        </p:nvSpPr>
        <p:spPr>
          <a:xfrm>
            <a:off x="8872455" y="1060573"/>
            <a:ext cx="59183" cy="59183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Oval 358"/>
          <p:cNvSpPr/>
          <p:nvPr/>
        </p:nvSpPr>
        <p:spPr>
          <a:xfrm>
            <a:off x="8934753" y="2895632"/>
            <a:ext cx="66810" cy="6681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Oval 359"/>
          <p:cNvSpPr/>
          <p:nvPr/>
        </p:nvSpPr>
        <p:spPr>
          <a:xfrm>
            <a:off x="718963" y="6269433"/>
            <a:ext cx="97109" cy="97109"/>
          </a:xfrm>
          <a:prstGeom prst="ellipse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Oval 360"/>
          <p:cNvSpPr/>
          <p:nvPr/>
        </p:nvSpPr>
        <p:spPr>
          <a:xfrm>
            <a:off x="8870331" y="5019754"/>
            <a:ext cx="67484" cy="67484"/>
          </a:xfrm>
          <a:prstGeom prst="ellipse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Oval 361"/>
          <p:cNvSpPr/>
          <p:nvPr/>
        </p:nvSpPr>
        <p:spPr>
          <a:xfrm>
            <a:off x="1235623" y="4509817"/>
            <a:ext cx="70418" cy="70418"/>
          </a:xfrm>
          <a:prstGeom prst="ellipse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Oval 362"/>
          <p:cNvSpPr/>
          <p:nvPr/>
        </p:nvSpPr>
        <p:spPr>
          <a:xfrm>
            <a:off x="2404733" y="4806135"/>
            <a:ext cx="39306" cy="39306"/>
          </a:xfrm>
          <a:prstGeom prst="ellipse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Oval 363"/>
          <p:cNvSpPr/>
          <p:nvPr/>
        </p:nvSpPr>
        <p:spPr>
          <a:xfrm>
            <a:off x="2518251" y="2610412"/>
            <a:ext cx="75306" cy="75306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Oval 364"/>
          <p:cNvSpPr/>
          <p:nvPr/>
        </p:nvSpPr>
        <p:spPr>
          <a:xfrm>
            <a:off x="6375392" y="2664231"/>
            <a:ext cx="80753" cy="80753"/>
          </a:xfrm>
          <a:prstGeom prst="ellipse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Oval 365"/>
          <p:cNvSpPr/>
          <p:nvPr/>
        </p:nvSpPr>
        <p:spPr>
          <a:xfrm>
            <a:off x="3069473" y="5571498"/>
            <a:ext cx="38829" cy="38829"/>
          </a:xfrm>
          <a:prstGeom prst="ellipse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Oval 366"/>
          <p:cNvSpPr/>
          <p:nvPr/>
        </p:nvSpPr>
        <p:spPr>
          <a:xfrm>
            <a:off x="11772815" y="2672299"/>
            <a:ext cx="60213" cy="60213"/>
          </a:xfrm>
          <a:prstGeom prst="ellipse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Oval 367"/>
          <p:cNvSpPr/>
          <p:nvPr/>
        </p:nvSpPr>
        <p:spPr>
          <a:xfrm>
            <a:off x="10318903" y="3573868"/>
            <a:ext cx="74940" cy="749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Rectangle 368"/>
          <p:cNvSpPr/>
          <p:nvPr/>
        </p:nvSpPr>
        <p:spPr>
          <a:xfrm>
            <a:off x="137160" y="137160"/>
            <a:ext cx="347472" cy="4114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Rectangle 369"/>
          <p:cNvSpPr/>
          <p:nvPr/>
        </p:nvSpPr>
        <p:spPr>
          <a:xfrm>
            <a:off x="137160" y="137160"/>
            <a:ext cx="41148" cy="3474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Rectangle 370"/>
          <p:cNvSpPr/>
          <p:nvPr/>
        </p:nvSpPr>
        <p:spPr>
          <a:xfrm>
            <a:off x="11707063" y="137160"/>
            <a:ext cx="347472" cy="41148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Rectangle 371"/>
          <p:cNvSpPr/>
          <p:nvPr/>
        </p:nvSpPr>
        <p:spPr>
          <a:xfrm>
            <a:off x="12013387" y="137160"/>
            <a:ext cx="41148" cy="347472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Rectangle 372"/>
          <p:cNvSpPr/>
          <p:nvPr/>
        </p:nvSpPr>
        <p:spPr>
          <a:xfrm>
            <a:off x="137160" y="6679692"/>
            <a:ext cx="347472" cy="41148"/>
          </a:xfrm>
          <a:prstGeom prst="rect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Rectangle 373"/>
          <p:cNvSpPr/>
          <p:nvPr/>
        </p:nvSpPr>
        <p:spPr>
          <a:xfrm>
            <a:off x="137160" y="6373368"/>
            <a:ext cx="41148" cy="347472"/>
          </a:xfrm>
          <a:prstGeom prst="rect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Rectangle 374"/>
          <p:cNvSpPr/>
          <p:nvPr/>
        </p:nvSpPr>
        <p:spPr>
          <a:xfrm>
            <a:off x="11707063" y="6679692"/>
            <a:ext cx="347472" cy="4114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Rectangle 375"/>
          <p:cNvSpPr/>
          <p:nvPr/>
        </p:nvSpPr>
        <p:spPr>
          <a:xfrm>
            <a:off x="12013387" y="6373368"/>
            <a:ext cx="41148" cy="3474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Rectangle 376"/>
          <p:cNvSpPr/>
          <p:nvPr/>
        </p:nvSpPr>
        <p:spPr>
          <a:xfrm>
            <a:off x="54864" y="54864"/>
            <a:ext cx="12081967" cy="2286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Rectangle 377"/>
          <p:cNvSpPr/>
          <p:nvPr/>
        </p:nvSpPr>
        <p:spPr>
          <a:xfrm>
            <a:off x="54864" y="6780276"/>
            <a:ext cx="12081967" cy="2286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Rectangle 378"/>
          <p:cNvSpPr/>
          <p:nvPr/>
        </p:nvSpPr>
        <p:spPr>
          <a:xfrm>
            <a:off x="54864" y="54864"/>
            <a:ext cx="22860" cy="6748272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Rectangle 379"/>
          <p:cNvSpPr/>
          <p:nvPr/>
        </p:nvSpPr>
        <p:spPr>
          <a:xfrm>
            <a:off x="12113971" y="54864"/>
            <a:ext cx="22860" cy="6748272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Rectangle 380"/>
          <p:cNvSpPr/>
          <p:nvPr/>
        </p:nvSpPr>
        <p:spPr>
          <a:xfrm>
            <a:off x="82296" y="82296"/>
            <a:ext cx="12027103" cy="16459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Rectangle 381"/>
          <p:cNvSpPr/>
          <p:nvPr/>
        </p:nvSpPr>
        <p:spPr>
          <a:xfrm>
            <a:off x="82296" y="6759245"/>
            <a:ext cx="12027103" cy="16459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Rectangle 382"/>
          <p:cNvSpPr/>
          <p:nvPr/>
        </p:nvSpPr>
        <p:spPr>
          <a:xfrm>
            <a:off x="109728" y="109728"/>
            <a:ext cx="11972239" cy="109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Rectangle 383"/>
          <p:cNvSpPr/>
          <p:nvPr/>
        </p:nvSpPr>
        <p:spPr>
          <a:xfrm>
            <a:off x="109728" y="6737300"/>
            <a:ext cx="11972239" cy="109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Rectangle 384"/>
          <p:cNvSpPr/>
          <p:nvPr/>
        </p:nvSpPr>
        <p:spPr>
          <a:xfrm>
            <a:off x="109728" y="109728"/>
            <a:ext cx="10972" cy="663854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Rectangle 385"/>
          <p:cNvSpPr/>
          <p:nvPr/>
        </p:nvSpPr>
        <p:spPr>
          <a:xfrm>
            <a:off x="12070995" y="109728"/>
            <a:ext cx="10972" cy="663854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Rectangle 386"/>
          <p:cNvSpPr/>
          <p:nvPr/>
        </p:nvSpPr>
        <p:spPr>
          <a:xfrm>
            <a:off x="457200" y="365760"/>
            <a:ext cx="109728" cy="82296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Rectangle 387"/>
          <p:cNvSpPr/>
          <p:nvPr/>
        </p:nvSpPr>
        <p:spPr>
          <a:xfrm>
            <a:off x="566928" y="365760"/>
            <a:ext cx="36576" cy="822960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TextBox 388"/>
          <p:cNvSpPr txBox="1"/>
          <p:nvPr/>
        </p:nvSpPr>
        <p:spPr>
          <a:xfrm>
            <a:off x="713232" y="38404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00E5FF"/>
                </a:solidFill>
                <a:latin typeface="Microsoft YaHei"/>
              </a:rPr>
              <a:t>◢</a:t>
            </a:r>
          </a:p>
        </p:txBody>
      </p:sp>
      <p:sp>
        <p:nvSpPr>
          <p:cNvPr id="390" name="TextBox 389"/>
          <p:cNvSpPr txBox="1"/>
          <p:nvPr/>
        </p:nvSpPr>
        <p:spPr>
          <a:xfrm>
            <a:off x="1143000" y="347472"/>
            <a:ext cx="100584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200" b="1">
                <a:solidFill>
                  <a:srgbClr val="FFFFFF"/>
                </a:solidFill>
                <a:latin typeface="Microsoft YaHei"/>
              </a:rPr>
              <a:t>项目起源：三地 OPC 实地洞察</a:t>
            </a:r>
          </a:p>
        </p:txBody>
      </p:sp>
      <p:sp>
        <p:nvSpPr>
          <p:cNvPr id="391" name="TextBox 390"/>
          <p:cNvSpPr txBox="1"/>
          <p:nvPr/>
        </p:nvSpPr>
        <p:spPr>
          <a:xfrm>
            <a:off x="1143000" y="932688"/>
            <a:ext cx="100584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00E5FF"/>
                </a:solidFill>
                <a:latin typeface="Microsoft YaHei"/>
              </a:rPr>
              <a:t>深圳·杭州·西安 OPC 考察·12 篇核心文献</a:t>
            </a:r>
          </a:p>
        </p:txBody>
      </p:sp>
      <p:sp>
        <p:nvSpPr>
          <p:cNvPr id="392" name="Rectangle 391"/>
          <p:cNvSpPr/>
          <p:nvPr/>
        </p:nvSpPr>
        <p:spPr>
          <a:xfrm>
            <a:off x="1143000" y="1298448"/>
            <a:ext cx="3200400" cy="2743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Rectangle 392"/>
          <p:cNvSpPr/>
          <p:nvPr/>
        </p:nvSpPr>
        <p:spPr>
          <a:xfrm>
            <a:off x="4343400" y="1298448"/>
            <a:ext cx="2286000" cy="27432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Rectangle 393"/>
          <p:cNvSpPr/>
          <p:nvPr/>
        </p:nvSpPr>
        <p:spPr>
          <a:xfrm>
            <a:off x="6629400" y="1298448"/>
            <a:ext cx="1828800" cy="27432"/>
          </a:xfrm>
          <a:prstGeom prst="rect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Rectangle 394"/>
          <p:cNvSpPr/>
          <p:nvPr/>
        </p:nvSpPr>
        <p:spPr>
          <a:xfrm>
            <a:off x="8458200" y="1298448"/>
            <a:ext cx="1645920" cy="27432"/>
          </a:xfrm>
          <a:prstGeom prst="rect">
            <a:avLst/>
          </a:prstGeom>
          <a:solidFill>
            <a:srgbClr val="F5B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Rectangle 395"/>
          <p:cNvSpPr/>
          <p:nvPr/>
        </p:nvSpPr>
        <p:spPr>
          <a:xfrm>
            <a:off x="10104120" y="1298448"/>
            <a:ext cx="1097280" cy="2743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Rectangle 396"/>
          <p:cNvSpPr/>
          <p:nvPr/>
        </p:nvSpPr>
        <p:spPr>
          <a:xfrm>
            <a:off x="1097280" y="347472"/>
            <a:ext cx="10515600" cy="987552"/>
          </a:xfrm>
          <a:prstGeom prst="rect">
            <a:avLst/>
          </a:prstGeom>
          <a:solidFill>
            <a:srgbClr val="1A0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Oval 397"/>
          <p:cNvSpPr/>
          <p:nvPr/>
        </p:nvSpPr>
        <p:spPr>
          <a:xfrm>
            <a:off x="11247120" y="274320"/>
            <a:ext cx="640080" cy="64008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Oval 398"/>
          <p:cNvSpPr/>
          <p:nvPr/>
        </p:nvSpPr>
        <p:spPr>
          <a:xfrm>
            <a:off x="11292840" y="320040"/>
            <a:ext cx="548640" cy="548640"/>
          </a:xfrm>
          <a:prstGeom prst="ellipse">
            <a:avLst/>
          </a:prstGeom>
          <a:solidFill>
            <a:srgbClr val="1A0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TextBox 399"/>
          <p:cNvSpPr txBox="1"/>
          <p:nvPr/>
        </p:nvSpPr>
        <p:spPr>
          <a:xfrm>
            <a:off x="11247120" y="320040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2000" b="1">
                <a:solidFill>
                  <a:srgbClr val="00E5FF"/>
                </a:solidFill>
                <a:latin typeface="Microsoft YaHei"/>
              </a:rPr>
              <a:t>14</a:t>
            </a:r>
          </a:p>
        </p:txBody>
      </p:sp>
      <p:sp>
        <p:nvSpPr>
          <p:cNvPr id="401" name="TextBox 400"/>
          <p:cNvSpPr txBox="1"/>
          <p:nvPr/>
        </p:nvSpPr>
        <p:spPr>
          <a:xfrm>
            <a:off x="731520" y="14630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F5B642"/>
                </a:solidFill>
                <a:latin typeface="Microsoft YaHei"/>
              </a:rPr>
              <a:t>项目起源：三地 OPC 实地考察</a:t>
            </a:r>
          </a:p>
        </p:txBody>
      </p:sp>
      <p:sp>
        <p:nvSpPr>
          <p:cNvPr id="402" name="Rounded Rectangle 401"/>
          <p:cNvSpPr/>
          <p:nvPr/>
        </p:nvSpPr>
        <p:spPr>
          <a:xfrm>
            <a:off x="731520" y="1920240"/>
            <a:ext cx="5486400" cy="914400"/>
          </a:xfrm>
          <a:prstGeom prst="roundRect">
            <a:avLst/>
          </a:prstGeom>
          <a:solidFill>
            <a:srgbClr val="12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Rectangle 402"/>
          <p:cNvSpPr/>
          <p:nvPr/>
        </p:nvSpPr>
        <p:spPr>
          <a:xfrm>
            <a:off x="731520" y="1920240"/>
            <a:ext cx="73152" cy="9144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TextBox 403"/>
          <p:cNvSpPr txBox="1"/>
          <p:nvPr/>
        </p:nvSpPr>
        <p:spPr>
          <a:xfrm>
            <a:off x="914400" y="201168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4FC3F7"/>
                </a:solidFill>
                <a:latin typeface="Microsoft YaHei"/>
              </a:rPr>
              <a:t>深圳 OPC</a:t>
            </a:r>
          </a:p>
        </p:txBody>
      </p:sp>
      <p:sp>
        <p:nvSpPr>
          <p:cNvPr id="405" name="TextBox 404"/>
          <p:cNvSpPr txBox="1"/>
          <p:nvPr/>
        </p:nvSpPr>
        <p:spPr>
          <a:xfrm>
            <a:off x="914400" y="233172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E8EEF7"/>
                </a:solidFill>
                <a:latin typeface="Microsoft YaHei"/>
              </a:rPr>
              <a:t>AI 编码工具碎片化，需统一编排平台</a:t>
            </a:r>
          </a:p>
        </p:txBody>
      </p:sp>
      <p:sp>
        <p:nvSpPr>
          <p:cNvPr id="406" name="Rounded Rectangle 405"/>
          <p:cNvSpPr/>
          <p:nvPr/>
        </p:nvSpPr>
        <p:spPr>
          <a:xfrm>
            <a:off x="731520" y="2926080"/>
            <a:ext cx="5486400" cy="914400"/>
          </a:xfrm>
          <a:prstGeom prst="roundRect">
            <a:avLst/>
          </a:prstGeom>
          <a:solidFill>
            <a:srgbClr val="12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" name="Rectangle 406"/>
          <p:cNvSpPr/>
          <p:nvPr/>
        </p:nvSpPr>
        <p:spPr>
          <a:xfrm>
            <a:off x="731520" y="2926080"/>
            <a:ext cx="73152" cy="914400"/>
          </a:xfrm>
          <a:prstGeom prst="rect">
            <a:avLst/>
          </a:prstGeom>
          <a:solidFill>
            <a:srgbClr val="F5B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" name="TextBox 407"/>
          <p:cNvSpPr txBox="1"/>
          <p:nvPr/>
        </p:nvSpPr>
        <p:spPr>
          <a:xfrm>
            <a:off x="914400" y="301752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F5B642"/>
                </a:solidFill>
                <a:latin typeface="Microsoft YaHei"/>
              </a:rPr>
              <a:t>杭州 OPC</a:t>
            </a:r>
          </a:p>
        </p:txBody>
      </p:sp>
      <p:sp>
        <p:nvSpPr>
          <p:cNvPr id="409" name="TextBox 408"/>
          <p:cNvSpPr txBox="1"/>
          <p:nvPr/>
        </p:nvSpPr>
        <p:spPr>
          <a:xfrm>
            <a:off x="914400" y="333756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E8EEF7"/>
                </a:solidFill>
                <a:latin typeface="Microsoft YaHei"/>
              </a:rPr>
              <a:t>AI 产出缺量化标准，需五维评分体系</a:t>
            </a:r>
          </a:p>
        </p:txBody>
      </p:sp>
      <p:sp>
        <p:nvSpPr>
          <p:cNvPr id="410" name="Rounded Rectangle 409"/>
          <p:cNvSpPr/>
          <p:nvPr/>
        </p:nvSpPr>
        <p:spPr>
          <a:xfrm>
            <a:off x="731520" y="3931920"/>
            <a:ext cx="5486400" cy="914400"/>
          </a:xfrm>
          <a:prstGeom prst="roundRect">
            <a:avLst/>
          </a:prstGeom>
          <a:solidFill>
            <a:srgbClr val="12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" name="Rectangle 410"/>
          <p:cNvSpPr/>
          <p:nvPr/>
        </p:nvSpPr>
        <p:spPr>
          <a:xfrm>
            <a:off x="731520" y="3931920"/>
            <a:ext cx="73152" cy="9144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TextBox 411"/>
          <p:cNvSpPr txBox="1"/>
          <p:nvPr/>
        </p:nvSpPr>
        <p:spPr>
          <a:xfrm>
            <a:off x="914400" y="402336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4CAF50"/>
                </a:solidFill>
                <a:latin typeface="Microsoft YaHei"/>
              </a:rPr>
              <a:t>西安 OPC</a:t>
            </a:r>
          </a:p>
        </p:txBody>
      </p:sp>
      <p:sp>
        <p:nvSpPr>
          <p:cNvPr id="413" name="TextBox 412"/>
          <p:cNvSpPr txBox="1"/>
          <p:nvPr/>
        </p:nvSpPr>
        <p:spPr>
          <a:xfrm>
            <a:off x="914400" y="434340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E8EEF7"/>
                </a:solidFill>
                <a:latin typeface="Microsoft YaHei"/>
              </a:rPr>
              <a:t>AI 内容无可信凭证，需链上存证</a:t>
            </a:r>
          </a:p>
        </p:txBody>
      </p:sp>
      <p:sp>
        <p:nvSpPr>
          <p:cNvPr id="414" name="Rounded Rectangle 413"/>
          <p:cNvSpPr/>
          <p:nvPr/>
        </p:nvSpPr>
        <p:spPr>
          <a:xfrm>
            <a:off x="731520" y="5029200"/>
            <a:ext cx="5486400" cy="1280160"/>
          </a:xfrm>
          <a:prstGeom prst="roundRect">
            <a:avLst/>
          </a:prstGeom>
          <a:solidFill>
            <a:srgbClr val="12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Rectangle 414"/>
          <p:cNvSpPr/>
          <p:nvPr/>
        </p:nvSpPr>
        <p:spPr>
          <a:xfrm>
            <a:off x="731520" y="5029200"/>
            <a:ext cx="73152" cy="1280160"/>
          </a:xfrm>
          <a:prstGeom prst="rect">
            <a:avLst/>
          </a:prstGeom>
          <a:solidFill>
            <a:srgbClr val="F5B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TextBox 415"/>
          <p:cNvSpPr txBox="1"/>
          <p:nvPr/>
        </p:nvSpPr>
        <p:spPr>
          <a:xfrm>
            <a:off x="914400" y="512064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F5B642"/>
                </a:solidFill>
                <a:latin typeface="Microsoft YaHei"/>
              </a:rPr>
              <a:t>立项推导</a:t>
            </a:r>
          </a:p>
        </p:txBody>
      </p:sp>
      <p:sp>
        <p:nvSpPr>
          <p:cNvPr id="417" name="TextBox 416"/>
          <p:cNvSpPr txBox="1"/>
          <p:nvPr/>
        </p:nvSpPr>
        <p:spPr>
          <a:xfrm>
            <a:off x="914400" y="5440680"/>
            <a:ext cx="5029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E8EEF7"/>
                </a:solidFill>
                <a:latin typeface="Microsoft YaHei"/>
              </a:rPr>
              <a:t>三地共同指向「编排+评分+存证」三位一体公共基础设施。FlowForge AI 由此立项。</a:t>
            </a:r>
          </a:p>
        </p:txBody>
      </p:sp>
      <p:sp>
        <p:nvSpPr>
          <p:cNvPr id="418" name="TextBox 417"/>
          <p:cNvSpPr txBox="1"/>
          <p:nvPr/>
        </p:nvSpPr>
        <p:spPr>
          <a:xfrm>
            <a:off x="6583680" y="14630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4FC3F7"/>
                </a:solidFill>
                <a:latin typeface="Microsoft YaHei"/>
              </a:rPr>
              <a:t>核心学术参考 (12 篇)</a:t>
            </a:r>
          </a:p>
        </p:txBody>
      </p:sp>
      <p:sp>
        <p:nvSpPr>
          <p:cNvPr id="419" name="TextBox 418"/>
          <p:cNvSpPr txBox="1"/>
          <p:nvPr/>
        </p:nvSpPr>
        <p:spPr>
          <a:xfrm>
            <a:off x="6583680" y="1920240"/>
            <a:ext cx="502920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00" b="1">
                <a:solidFill>
                  <a:srgbClr val="00E5FF"/>
                </a:solidFill>
                <a:latin typeface="Microsoft YaHei"/>
              </a:rPr>
              <a:t>▸ </a:t>
            </a:r>
            <a:r>
              <a:rPr sz="1100">
                <a:solidFill>
                  <a:srgbClr val="E8EEF7"/>
                </a:solidFill>
                <a:latin typeface="Microsoft YaHei"/>
              </a:rPr>
              <a:t>[2024] MetaGPT: Meta Programming for Multi-Agen...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00" b="1">
                <a:solidFill>
                  <a:srgbClr val="00E5FF"/>
                </a:solidFill>
                <a:latin typeface="Microsoft YaHei"/>
              </a:rPr>
              <a:t>▸ </a:t>
            </a:r>
            <a:r>
              <a:rPr sz="1100">
                <a:solidFill>
                  <a:srgbClr val="E8EEF7"/>
                </a:solidFill>
                <a:latin typeface="Microsoft YaHei"/>
              </a:rPr>
              <a:t>[2024] AutoGen: Enabling Next-Gen LLM Applicati...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00" b="1">
                <a:solidFill>
                  <a:srgbClr val="00E5FF"/>
                </a:solidFill>
                <a:latin typeface="Microsoft YaHei"/>
              </a:rPr>
              <a:t>▸ </a:t>
            </a:r>
            <a:r>
              <a:rPr sz="1100">
                <a:solidFill>
                  <a:srgbClr val="E8EEF7"/>
                </a:solidFill>
                <a:latin typeface="Microsoft YaHei"/>
              </a:rPr>
              <a:t>[2022] Chain-of-Thought Prompting Elicits Reaso...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00" b="1">
                <a:solidFill>
                  <a:srgbClr val="00E5FF"/>
                </a:solidFill>
                <a:latin typeface="Microsoft YaHei"/>
              </a:rPr>
              <a:t>▸ </a:t>
            </a:r>
            <a:r>
              <a:rPr sz="1100">
                <a:solidFill>
                  <a:srgbClr val="E8EEF7"/>
                </a:solidFill>
                <a:latin typeface="Microsoft YaHei"/>
              </a:rPr>
              <a:t>[2023] LLM-as-a-Judge: Evaluating LLMs with LLM...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00" b="1">
                <a:solidFill>
                  <a:srgbClr val="00E5FF"/>
                </a:solidFill>
                <a:latin typeface="Microsoft YaHei"/>
              </a:rPr>
              <a:t>▸ </a:t>
            </a:r>
            <a:r>
              <a:rPr sz="1100">
                <a:solidFill>
                  <a:srgbClr val="E8EEF7"/>
                </a:solidFill>
                <a:latin typeface="Microsoft YaHei"/>
              </a:rPr>
              <a:t>[2024] A Survey on Large Language Model based A...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00" b="1">
                <a:solidFill>
                  <a:srgbClr val="00E5FF"/>
                </a:solidFill>
                <a:latin typeface="Microsoft YaHei"/>
              </a:rPr>
              <a:t>▸ </a:t>
            </a:r>
            <a:r>
              <a:rPr sz="1100">
                <a:solidFill>
                  <a:srgbClr val="E8EEF7"/>
                </a:solidFill>
                <a:latin typeface="Microsoft YaHei"/>
              </a:rPr>
              <a:t>[2024] SWE-agent: Agent-Computer Interfaces Ena...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00" b="1">
                <a:solidFill>
                  <a:srgbClr val="00E5FF"/>
                </a:solidFill>
                <a:latin typeface="Microsoft YaHei"/>
              </a:rPr>
              <a:t>▸ </a:t>
            </a:r>
            <a:r>
              <a:rPr sz="1100">
                <a:solidFill>
                  <a:srgbClr val="E8EEF7"/>
                </a:solidFill>
                <a:latin typeface="Microsoft YaHei"/>
              </a:rPr>
              <a:t>[2023] ReAct: Synergizing Reasoning and Acting ...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00" b="1">
                <a:solidFill>
                  <a:srgbClr val="00E5FF"/>
                </a:solidFill>
                <a:latin typeface="Microsoft YaHei"/>
              </a:rPr>
              <a:t>▸ </a:t>
            </a:r>
            <a:r>
              <a:rPr sz="1100">
                <a:solidFill>
                  <a:srgbClr val="E8EEF7"/>
                </a:solidFill>
                <a:latin typeface="Microsoft YaHei"/>
              </a:rPr>
              <a:t>[2023] Reflexion: Language Agents with Verbal R...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00" b="1">
                <a:solidFill>
                  <a:srgbClr val="00E5FF"/>
                </a:solidFill>
                <a:latin typeface="Microsoft YaHei"/>
              </a:rPr>
              <a:t>▸ </a:t>
            </a:r>
            <a:r>
              <a:rPr sz="1100">
                <a:solidFill>
                  <a:srgbClr val="E8EEF7"/>
                </a:solidFill>
                <a:latin typeface="Microsoft YaHei"/>
              </a:rPr>
              <a:t>[2024] CodeRAG-Bench: Retrieval-Augmented Code ...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00" b="1">
                <a:solidFill>
                  <a:srgbClr val="00E5FF"/>
                </a:solidFill>
                <a:latin typeface="Microsoft YaHei"/>
              </a:rPr>
              <a:t>▸ </a:t>
            </a:r>
            <a:r>
              <a:rPr sz="1100">
                <a:solidFill>
                  <a:srgbClr val="E8EEF7"/>
                </a:solidFill>
                <a:latin typeface="Microsoft YaHei"/>
              </a:rPr>
              <a:t>[2022] Trustworthy AI: A Framework for Transpar...</a:t>
            </a:r>
          </a:p>
        </p:txBody>
      </p:sp>
      <p:sp>
        <p:nvSpPr>
          <p:cNvPr id="420" name="TextBox 419"/>
          <p:cNvSpPr txBox="1"/>
          <p:nvPr/>
        </p:nvSpPr>
        <p:spPr>
          <a:xfrm>
            <a:off x="6583680" y="59436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9AA5B5"/>
                </a:solidFill>
                <a:latin typeface="Microsoft YaHei"/>
              </a:rPr>
              <a:t>AutoGen · MetaGPT · LLM-as-a-Judge · ReAct · Ethereum 等</a:t>
            </a:r>
          </a:p>
        </p:txBody>
      </p:sp>
      <p:sp>
        <p:nvSpPr>
          <p:cNvPr id="421" name="Rectangle 420"/>
          <p:cNvSpPr/>
          <p:nvPr/>
        </p:nvSpPr>
        <p:spPr>
          <a:xfrm>
            <a:off x="0" y="6565392"/>
            <a:ext cx="12191695" cy="45720"/>
          </a:xfrm>
          <a:prstGeom prst="rect">
            <a:avLst/>
          </a:prstGeom>
          <a:solidFill>
            <a:srgbClr val="1A0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" name="Rectangle 421"/>
          <p:cNvSpPr/>
          <p:nvPr/>
        </p:nvSpPr>
        <p:spPr>
          <a:xfrm>
            <a:off x="0" y="6565392"/>
            <a:ext cx="11378915" cy="457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" name="Rectangle 422"/>
          <p:cNvSpPr/>
          <p:nvPr/>
        </p:nvSpPr>
        <p:spPr>
          <a:xfrm>
            <a:off x="0" y="6551676"/>
            <a:ext cx="11378915" cy="109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" name="Oval 423"/>
          <p:cNvSpPr/>
          <p:nvPr/>
        </p:nvSpPr>
        <p:spPr>
          <a:xfrm>
            <a:off x="457200" y="6693408"/>
            <a:ext cx="73152" cy="73152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" name="Oval 424"/>
          <p:cNvSpPr/>
          <p:nvPr/>
        </p:nvSpPr>
        <p:spPr>
          <a:xfrm>
            <a:off x="566928" y="6711696"/>
            <a:ext cx="45720" cy="45720"/>
          </a:xfrm>
          <a:prstGeom prst="ellipse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" name="TextBox 425"/>
          <p:cNvSpPr txBox="1"/>
          <p:nvPr/>
        </p:nvSpPr>
        <p:spPr>
          <a:xfrm>
            <a:off x="685800" y="662940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9AA5B5"/>
                </a:solidFill>
                <a:latin typeface="Microsoft YaHei"/>
              </a:rPr>
              <a:t>FlowForge AI  ·  Shadu Team  ·  v2.67</a:t>
            </a:r>
          </a:p>
        </p:txBody>
      </p:sp>
      <p:sp>
        <p:nvSpPr>
          <p:cNvPr id="427" name="TextBox 426"/>
          <p:cNvSpPr txBox="1"/>
          <p:nvPr/>
        </p:nvSpPr>
        <p:spPr>
          <a:xfrm>
            <a:off x="10058400" y="662940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>
                <a:solidFill>
                  <a:srgbClr val="00E5FF"/>
                </a:solidFill>
                <a:latin typeface="Microsoft YaHei"/>
              </a:rPr>
              <a:t>[ 14 / 15 ]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1628"/>
            </a:gs>
            <a:gs pos="100000">
              <a:srgbClr val="1A0B2E"/>
            </a:gs>
          </a:gsLst>
          <a:lin scaled="0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789920" y="0"/>
            <a:ext cx="1401775" cy="2011680"/>
          </a:xfrm>
          <a:prstGeom prst="ellipse">
            <a:avLst/>
          </a:prstGeom>
          <a:solidFill>
            <a:srgbClr val="F5B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155680" y="0"/>
            <a:ext cx="1036015" cy="1097280"/>
          </a:xfrm>
          <a:prstGeom prst="ellips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0" y="5486400"/>
            <a:ext cx="1645920" cy="1371600"/>
          </a:xfrm>
          <a:prstGeom prst="ellips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704320" y="5029200"/>
            <a:ext cx="487375" cy="914400"/>
          </a:xfrm>
          <a:prstGeom prst="ellipse">
            <a:avLst/>
          </a:prstGeom>
          <a:solidFill>
            <a:srgbClr val="F5B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A0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5486400"/>
            <a:ext cx="12191695" cy="13716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0" y="2286000"/>
            <a:ext cx="3200400" cy="3200400"/>
          </a:xfrm>
          <a:prstGeom prst="ellipse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515600" y="1828800"/>
            <a:ext cx="1676095" cy="3200400"/>
          </a:xfrm>
          <a:prstGeom prst="ellipse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0" y="0"/>
            <a:ext cx="4572000" cy="4572000"/>
          </a:xfrm>
          <a:prstGeom prst="ellipse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0" y="2743200"/>
            <a:ext cx="3047695" cy="4114800"/>
          </a:xfrm>
          <a:prstGeom prst="ellipse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57600" y="0"/>
            <a:ext cx="3657600" cy="3657600"/>
          </a:xfrm>
          <a:prstGeom prst="ellipse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64592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6888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9184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1480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93776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76072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0664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5256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87552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69848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521440" y="0"/>
            <a:ext cx="3657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2344400" y="0"/>
            <a:ext cx="182880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74320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2295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371600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920240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468880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017520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566160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114800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663440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21207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76071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30935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85799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40663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95527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50391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05255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60119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14983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69847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124711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1795759" y="2743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274320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82295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371600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920240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2468880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3017520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3566160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4114800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4663440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521207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576071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630935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685799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740663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795527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50391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905255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960119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1014983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1069847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1124711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1795759" y="8229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274320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82295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1371600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1920240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2468880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3017520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3566160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4114800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4663440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521207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576071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630935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685799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740663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795527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850391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905255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960119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1014983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1069847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1124711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11795759" y="13716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274320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82295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1371600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1920240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2468880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3017520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3566160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4114800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4663440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521207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576071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630935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685799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740663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795527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850391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905255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960119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1014983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1069847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1124711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11795759" y="19202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274320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82295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1371600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1920240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2468880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3017520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3566160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4114800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4663440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521207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576071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630935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685799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740663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795527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850391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905255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960119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1014983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1069847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1124711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11795759" y="246888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274320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82295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1371600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1920240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2468880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3017520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3566160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4114800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4663440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521207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576071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630935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685799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740663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795527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850391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905255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960119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1014983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1069847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1124711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11795759" y="301752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274320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82295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1371600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1920240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2468880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3017520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3566160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4114800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4663440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521207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576071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630935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685799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740663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795527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850391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905255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960119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1014983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1069847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1124711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11795759" y="356616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274320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82295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1371600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1920240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2468880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3017520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3566160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4114800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4663440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521207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576071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630935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xfrm>
            <a:off x="685799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xfrm>
            <a:off x="740663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Oval 198"/>
          <p:cNvSpPr/>
          <p:nvPr/>
        </p:nvSpPr>
        <p:spPr>
          <a:xfrm>
            <a:off x="795527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>
            <a:off x="850391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905255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960119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1014983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1069847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Oval 204"/>
          <p:cNvSpPr/>
          <p:nvPr/>
        </p:nvSpPr>
        <p:spPr>
          <a:xfrm>
            <a:off x="1124711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Oval 205"/>
          <p:cNvSpPr/>
          <p:nvPr/>
        </p:nvSpPr>
        <p:spPr>
          <a:xfrm>
            <a:off x="11795759" y="411480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>
            <a:off x="274320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Oval 207"/>
          <p:cNvSpPr/>
          <p:nvPr/>
        </p:nvSpPr>
        <p:spPr>
          <a:xfrm>
            <a:off x="82295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Oval 208"/>
          <p:cNvSpPr/>
          <p:nvPr/>
        </p:nvSpPr>
        <p:spPr>
          <a:xfrm>
            <a:off x="1371600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Oval 209"/>
          <p:cNvSpPr/>
          <p:nvPr/>
        </p:nvSpPr>
        <p:spPr>
          <a:xfrm>
            <a:off x="1920240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Oval 210"/>
          <p:cNvSpPr/>
          <p:nvPr/>
        </p:nvSpPr>
        <p:spPr>
          <a:xfrm>
            <a:off x="2468880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Oval 211"/>
          <p:cNvSpPr/>
          <p:nvPr/>
        </p:nvSpPr>
        <p:spPr>
          <a:xfrm>
            <a:off x="3017520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Oval 212"/>
          <p:cNvSpPr/>
          <p:nvPr/>
        </p:nvSpPr>
        <p:spPr>
          <a:xfrm>
            <a:off x="3566160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4114800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4663440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521207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576071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630935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685799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740663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795527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850391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905255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960119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1014983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1069847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1124711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11795759" y="4663440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274320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82295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1371600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1920240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2468880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3017520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3566160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4114800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4663440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521207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576071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630935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685799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740663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Oval 242"/>
          <p:cNvSpPr/>
          <p:nvPr/>
        </p:nvSpPr>
        <p:spPr>
          <a:xfrm>
            <a:off x="795527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Oval 243"/>
          <p:cNvSpPr/>
          <p:nvPr/>
        </p:nvSpPr>
        <p:spPr>
          <a:xfrm>
            <a:off x="850391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Oval 244"/>
          <p:cNvSpPr/>
          <p:nvPr/>
        </p:nvSpPr>
        <p:spPr>
          <a:xfrm>
            <a:off x="905255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Oval 245"/>
          <p:cNvSpPr/>
          <p:nvPr/>
        </p:nvSpPr>
        <p:spPr>
          <a:xfrm>
            <a:off x="960119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Oval 246"/>
          <p:cNvSpPr/>
          <p:nvPr/>
        </p:nvSpPr>
        <p:spPr>
          <a:xfrm>
            <a:off x="1014983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Oval 247"/>
          <p:cNvSpPr/>
          <p:nvPr/>
        </p:nvSpPr>
        <p:spPr>
          <a:xfrm>
            <a:off x="1069847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Oval 248"/>
          <p:cNvSpPr/>
          <p:nvPr/>
        </p:nvSpPr>
        <p:spPr>
          <a:xfrm>
            <a:off x="1124711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Oval 249"/>
          <p:cNvSpPr/>
          <p:nvPr/>
        </p:nvSpPr>
        <p:spPr>
          <a:xfrm>
            <a:off x="11795759" y="521207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Oval 250"/>
          <p:cNvSpPr/>
          <p:nvPr/>
        </p:nvSpPr>
        <p:spPr>
          <a:xfrm>
            <a:off x="274320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Oval 251"/>
          <p:cNvSpPr/>
          <p:nvPr/>
        </p:nvSpPr>
        <p:spPr>
          <a:xfrm>
            <a:off x="82295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Oval 252"/>
          <p:cNvSpPr/>
          <p:nvPr/>
        </p:nvSpPr>
        <p:spPr>
          <a:xfrm>
            <a:off x="1371600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Oval 253"/>
          <p:cNvSpPr/>
          <p:nvPr/>
        </p:nvSpPr>
        <p:spPr>
          <a:xfrm>
            <a:off x="1920240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Oval 254"/>
          <p:cNvSpPr/>
          <p:nvPr/>
        </p:nvSpPr>
        <p:spPr>
          <a:xfrm>
            <a:off x="2468880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Oval 255"/>
          <p:cNvSpPr/>
          <p:nvPr/>
        </p:nvSpPr>
        <p:spPr>
          <a:xfrm>
            <a:off x="3017520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Oval 256"/>
          <p:cNvSpPr/>
          <p:nvPr/>
        </p:nvSpPr>
        <p:spPr>
          <a:xfrm>
            <a:off x="3566160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Oval 257"/>
          <p:cNvSpPr/>
          <p:nvPr/>
        </p:nvSpPr>
        <p:spPr>
          <a:xfrm>
            <a:off x="4114800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Oval 258"/>
          <p:cNvSpPr/>
          <p:nvPr/>
        </p:nvSpPr>
        <p:spPr>
          <a:xfrm>
            <a:off x="4663440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Oval 259"/>
          <p:cNvSpPr/>
          <p:nvPr/>
        </p:nvSpPr>
        <p:spPr>
          <a:xfrm>
            <a:off x="521207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Oval 260"/>
          <p:cNvSpPr/>
          <p:nvPr/>
        </p:nvSpPr>
        <p:spPr>
          <a:xfrm>
            <a:off x="576071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Oval 261"/>
          <p:cNvSpPr/>
          <p:nvPr/>
        </p:nvSpPr>
        <p:spPr>
          <a:xfrm>
            <a:off x="630935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Oval 262"/>
          <p:cNvSpPr/>
          <p:nvPr/>
        </p:nvSpPr>
        <p:spPr>
          <a:xfrm>
            <a:off x="685799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Oval 263"/>
          <p:cNvSpPr/>
          <p:nvPr/>
        </p:nvSpPr>
        <p:spPr>
          <a:xfrm>
            <a:off x="740663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Oval 264"/>
          <p:cNvSpPr/>
          <p:nvPr/>
        </p:nvSpPr>
        <p:spPr>
          <a:xfrm>
            <a:off x="795527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Oval 265"/>
          <p:cNvSpPr/>
          <p:nvPr/>
        </p:nvSpPr>
        <p:spPr>
          <a:xfrm>
            <a:off x="850391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Oval 266"/>
          <p:cNvSpPr/>
          <p:nvPr/>
        </p:nvSpPr>
        <p:spPr>
          <a:xfrm>
            <a:off x="905255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Oval 267"/>
          <p:cNvSpPr/>
          <p:nvPr/>
        </p:nvSpPr>
        <p:spPr>
          <a:xfrm>
            <a:off x="960119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Oval 268"/>
          <p:cNvSpPr/>
          <p:nvPr/>
        </p:nvSpPr>
        <p:spPr>
          <a:xfrm>
            <a:off x="1014983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Oval 269"/>
          <p:cNvSpPr/>
          <p:nvPr/>
        </p:nvSpPr>
        <p:spPr>
          <a:xfrm>
            <a:off x="1069847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Oval 270"/>
          <p:cNvSpPr/>
          <p:nvPr/>
        </p:nvSpPr>
        <p:spPr>
          <a:xfrm>
            <a:off x="1124711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Oval 271"/>
          <p:cNvSpPr/>
          <p:nvPr/>
        </p:nvSpPr>
        <p:spPr>
          <a:xfrm>
            <a:off x="11795759" y="576071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Oval 272"/>
          <p:cNvSpPr/>
          <p:nvPr/>
        </p:nvSpPr>
        <p:spPr>
          <a:xfrm>
            <a:off x="274320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Oval 273"/>
          <p:cNvSpPr/>
          <p:nvPr/>
        </p:nvSpPr>
        <p:spPr>
          <a:xfrm>
            <a:off x="82295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Oval 274"/>
          <p:cNvSpPr/>
          <p:nvPr/>
        </p:nvSpPr>
        <p:spPr>
          <a:xfrm>
            <a:off x="1371600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Oval 275"/>
          <p:cNvSpPr/>
          <p:nvPr/>
        </p:nvSpPr>
        <p:spPr>
          <a:xfrm>
            <a:off x="1920240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Oval 276"/>
          <p:cNvSpPr/>
          <p:nvPr/>
        </p:nvSpPr>
        <p:spPr>
          <a:xfrm>
            <a:off x="2468880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Oval 277"/>
          <p:cNvSpPr/>
          <p:nvPr/>
        </p:nvSpPr>
        <p:spPr>
          <a:xfrm>
            <a:off x="3017520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Oval 278"/>
          <p:cNvSpPr/>
          <p:nvPr/>
        </p:nvSpPr>
        <p:spPr>
          <a:xfrm>
            <a:off x="3566160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Oval 279"/>
          <p:cNvSpPr/>
          <p:nvPr/>
        </p:nvSpPr>
        <p:spPr>
          <a:xfrm>
            <a:off x="4114800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Oval 280"/>
          <p:cNvSpPr/>
          <p:nvPr/>
        </p:nvSpPr>
        <p:spPr>
          <a:xfrm>
            <a:off x="4663440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Oval 281"/>
          <p:cNvSpPr/>
          <p:nvPr/>
        </p:nvSpPr>
        <p:spPr>
          <a:xfrm>
            <a:off x="521207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Oval 282"/>
          <p:cNvSpPr/>
          <p:nvPr/>
        </p:nvSpPr>
        <p:spPr>
          <a:xfrm>
            <a:off x="576071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Oval 283"/>
          <p:cNvSpPr/>
          <p:nvPr/>
        </p:nvSpPr>
        <p:spPr>
          <a:xfrm>
            <a:off x="630935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Oval 284"/>
          <p:cNvSpPr/>
          <p:nvPr/>
        </p:nvSpPr>
        <p:spPr>
          <a:xfrm>
            <a:off x="685799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Oval 285"/>
          <p:cNvSpPr/>
          <p:nvPr/>
        </p:nvSpPr>
        <p:spPr>
          <a:xfrm>
            <a:off x="740663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Oval 286"/>
          <p:cNvSpPr/>
          <p:nvPr/>
        </p:nvSpPr>
        <p:spPr>
          <a:xfrm>
            <a:off x="795527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Oval 287"/>
          <p:cNvSpPr/>
          <p:nvPr/>
        </p:nvSpPr>
        <p:spPr>
          <a:xfrm>
            <a:off x="850391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Oval 288"/>
          <p:cNvSpPr/>
          <p:nvPr/>
        </p:nvSpPr>
        <p:spPr>
          <a:xfrm>
            <a:off x="905255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Oval 289"/>
          <p:cNvSpPr/>
          <p:nvPr/>
        </p:nvSpPr>
        <p:spPr>
          <a:xfrm>
            <a:off x="960119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Oval 290"/>
          <p:cNvSpPr/>
          <p:nvPr/>
        </p:nvSpPr>
        <p:spPr>
          <a:xfrm>
            <a:off x="1014983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Oval 291"/>
          <p:cNvSpPr/>
          <p:nvPr/>
        </p:nvSpPr>
        <p:spPr>
          <a:xfrm>
            <a:off x="1069847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Oval 292"/>
          <p:cNvSpPr/>
          <p:nvPr/>
        </p:nvSpPr>
        <p:spPr>
          <a:xfrm>
            <a:off x="1124711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Oval 293"/>
          <p:cNvSpPr/>
          <p:nvPr/>
        </p:nvSpPr>
        <p:spPr>
          <a:xfrm>
            <a:off x="11795759" y="6309359"/>
            <a:ext cx="32004" cy="3200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Rectangle 294"/>
          <p:cNvSpPr/>
          <p:nvPr/>
        </p:nvSpPr>
        <p:spPr>
          <a:xfrm>
            <a:off x="91479" y="4257697"/>
            <a:ext cx="2583260" cy="109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Rectangle 295"/>
          <p:cNvSpPr/>
          <p:nvPr/>
        </p:nvSpPr>
        <p:spPr>
          <a:xfrm>
            <a:off x="2693717" y="1783875"/>
            <a:ext cx="3685122" cy="109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Rectangle 296"/>
          <p:cNvSpPr/>
          <p:nvPr/>
        </p:nvSpPr>
        <p:spPr>
          <a:xfrm>
            <a:off x="317987" y="5759958"/>
            <a:ext cx="2986215" cy="109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Rectangle 297"/>
          <p:cNvSpPr/>
          <p:nvPr/>
        </p:nvSpPr>
        <p:spPr>
          <a:xfrm>
            <a:off x="799690" y="634302"/>
            <a:ext cx="3215090" cy="109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Rectangle 298"/>
          <p:cNvSpPr/>
          <p:nvPr/>
        </p:nvSpPr>
        <p:spPr>
          <a:xfrm>
            <a:off x="727268" y="614919"/>
            <a:ext cx="3611562" cy="109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ectangle 299"/>
          <p:cNvSpPr/>
          <p:nvPr/>
        </p:nvSpPr>
        <p:spPr>
          <a:xfrm>
            <a:off x="806283" y="3696114"/>
            <a:ext cx="3445273" cy="109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Rectangle 300"/>
          <p:cNvSpPr/>
          <p:nvPr/>
        </p:nvSpPr>
        <p:spPr>
          <a:xfrm>
            <a:off x="9560961" y="23769"/>
            <a:ext cx="10972" cy="3302482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Rectangle 301"/>
          <p:cNvSpPr/>
          <p:nvPr/>
        </p:nvSpPr>
        <p:spPr>
          <a:xfrm>
            <a:off x="8309257" y="1244500"/>
            <a:ext cx="10972" cy="2113140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ectangle 302"/>
          <p:cNvSpPr/>
          <p:nvPr/>
        </p:nvSpPr>
        <p:spPr>
          <a:xfrm>
            <a:off x="11223090" y="1231128"/>
            <a:ext cx="10972" cy="1998413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Rectangle 303"/>
          <p:cNvSpPr/>
          <p:nvPr/>
        </p:nvSpPr>
        <p:spPr>
          <a:xfrm>
            <a:off x="1544980" y="3099795"/>
            <a:ext cx="10972" cy="2932894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Rectangle 304"/>
          <p:cNvSpPr/>
          <p:nvPr/>
        </p:nvSpPr>
        <p:spPr>
          <a:xfrm>
            <a:off x="9535068" y="2669066"/>
            <a:ext cx="10972" cy="2809453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Oval 305"/>
          <p:cNvSpPr/>
          <p:nvPr/>
        </p:nvSpPr>
        <p:spPr>
          <a:xfrm>
            <a:off x="11135004" y="2637830"/>
            <a:ext cx="54864" cy="5486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Oval 306"/>
          <p:cNvSpPr/>
          <p:nvPr/>
        </p:nvSpPr>
        <p:spPr>
          <a:xfrm>
            <a:off x="11116716" y="2619542"/>
            <a:ext cx="91440" cy="914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Oval 307"/>
          <p:cNvSpPr/>
          <p:nvPr/>
        </p:nvSpPr>
        <p:spPr>
          <a:xfrm>
            <a:off x="6514631" y="5235168"/>
            <a:ext cx="54864" cy="5486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Oval 308"/>
          <p:cNvSpPr/>
          <p:nvPr/>
        </p:nvSpPr>
        <p:spPr>
          <a:xfrm>
            <a:off x="6496343" y="5216880"/>
            <a:ext cx="91440" cy="914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Oval 309"/>
          <p:cNvSpPr/>
          <p:nvPr/>
        </p:nvSpPr>
        <p:spPr>
          <a:xfrm>
            <a:off x="7244093" y="5421252"/>
            <a:ext cx="54864" cy="5486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Oval 310"/>
          <p:cNvSpPr/>
          <p:nvPr/>
        </p:nvSpPr>
        <p:spPr>
          <a:xfrm>
            <a:off x="7225805" y="5402964"/>
            <a:ext cx="91440" cy="914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Oval 311"/>
          <p:cNvSpPr/>
          <p:nvPr/>
        </p:nvSpPr>
        <p:spPr>
          <a:xfrm>
            <a:off x="6792369" y="4516041"/>
            <a:ext cx="54864" cy="5486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Oval 312"/>
          <p:cNvSpPr/>
          <p:nvPr/>
        </p:nvSpPr>
        <p:spPr>
          <a:xfrm>
            <a:off x="6774081" y="4497753"/>
            <a:ext cx="91440" cy="914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Oval 313"/>
          <p:cNvSpPr/>
          <p:nvPr/>
        </p:nvSpPr>
        <p:spPr>
          <a:xfrm>
            <a:off x="960021" y="1770058"/>
            <a:ext cx="54864" cy="5486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Oval 314"/>
          <p:cNvSpPr/>
          <p:nvPr/>
        </p:nvSpPr>
        <p:spPr>
          <a:xfrm>
            <a:off x="941733" y="1751770"/>
            <a:ext cx="91440" cy="914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Oval 315"/>
          <p:cNvSpPr/>
          <p:nvPr/>
        </p:nvSpPr>
        <p:spPr>
          <a:xfrm>
            <a:off x="3632596" y="916859"/>
            <a:ext cx="54864" cy="5486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Oval 316"/>
          <p:cNvSpPr/>
          <p:nvPr/>
        </p:nvSpPr>
        <p:spPr>
          <a:xfrm>
            <a:off x="3614308" y="898571"/>
            <a:ext cx="91440" cy="914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Oval 317"/>
          <p:cNvSpPr/>
          <p:nvPr/>
        </p:nvSpPr>
        <p:spPr>
          <a:xfrm>
            <a:off x="3011567" y="1039040"/>
            <a:ext cx="54864" cy="5486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Oval 318"/>
          <p:cNvSpPr/>
          <p:nvPr/>
        </p:nvSpPr>
        <p:spPr>
          <a:xfrm>
            <a:off x="2993279" y="1020752"/>
            <a:ext cx="91440" cy="914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Oval 319"/>
          <p:cNvSpPr/>
          <p:nvPr/>
        </p:nvSpPr>
        <p:spPr>
          <a:xfrm>
            <a:off x="3507348" y="4119200"/>
            <a:ext cx="54864" cy="5486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Oval 320"/>
          <p:cNvSpPr/>
          <p:nvPr/>
        </p:nvSpPr>
        <p:spPr>
          <a:xfrm>
            <a:off x="3489060" y="4100912"/>
            <a:ext cx="91440" cy="914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Oval 321"/>
          <p:cNvSpPr/>
          <p:nvPr/>
        </p:nvSpPr>
        <p:spPr>
          <a:xfrm>
            <a:off x="4460430" y="2589708"/>
            <a:ext cx="54864" cy="5486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Oval 322"/>
          <p:cNvSpPr/>
          <p:nvPr/>
        </p:nvSpPr>
        <p:spPr>
          <a:xfrm>
            <a:off x="4442142" y="2571420"/>
            <a:ext cx="91440" cy="914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Oval 323"/>
          <p:cNvSpPr/>
          <p:nvPr/>
        </p:nvSpPr>
        <p:spPr>
          <a:xfrm>
            <a:off x="2756078" y="1995184"/>
            <a:ext cx="54864" cy="5486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Oval 324"/>
          <p:cNvSpPr/>
          <p:nvPr/>
        </p:nvSpPr>
        <p:spPr>
          <a:xfrm>
            <a:off x="2737790" y="1976896"/>
            <a:ext cx="91440" cy="914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Rectangle 325"/>
          <p:cNvSpPr/>
          <p:nvPr/>
        </p:nvSpPr>
        <p:spPr>
          <a:xfrm>
            <a:off x="0" y="182880"/>
            <a:ext cx="4114800" cy="1828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Rectangle 326"/>
          <p:cNvSpPr/>
          <p:nvPr/>
        </p:nvSpPr>
        <p:spPr>
          <a:xfrm>
            <a:off x="0" y="320040"/>
            <a:ext cx="2743200" cy="13716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Rectangle 327"/>
          <p:cNvSpPr/>
          <p:nvPr/>
        </p:nvSpPr>
        <p:spPr>
          <a:xfrm>
            <a:off x="8046720" y="6446520"/>
            <a:ext cx="4114800" cy="18288"/>
          </a:xfrm>
          <a:prstGeom prst="rect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Rectangle 328"/>
          <p:cNvSpPr/>
          <p:nvPr/>
        </p:nvSpPr>
        <p:spPr>
          <a:xfrm>
            <a:off x="9418320" y="6309360"/>
            <a:ext cx="2743200" cy="1371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Rectangle 329"/>
          <p:cNvSpPr/>
          <p:nvPr/>
        </p:nvSpPr>
        <p:spPr>
          <a:xfrm>
            <a:off x="5029200" y="0"/>
            <a:ext cx="9144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Rectangle 330"/>
          <p:cNvSpPr/>
          <p:nvPr/>
        </p:nvSpPr>
        <p:spPr>
          <a:xfrm>
            <a:off x="5166360" y="0"/>
            <a:ext cx="9144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Rectangle 331"/>
          <p:cNvSpPr/>
          <p:nvPr/>
        </p:nvSpPr>
        <p:spPr>
          <a:xfrm>
            <a:off x="5303520" y="0"/>
            <a:ext cx="9144" cy="6858000"/>
          </a:xfrm>
          <a:prstGeom prst="rect">
            <a:avLst/>
          </a:prstGeom>
          <a:solidFill>
            <a:srgbClr val="3D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Rectangle 332"/>
          <p:cNvSpPr/>
          <p:nvPr/>
        </p:nvSpPr>
        <p:spPr>
          <a:xfrm>
            <a:off x="0" y="137160"/>
            <a:ext cx="12191695" cy="548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Rectangle 333"/>
          <p:cNvSpPr/>
          <p:nvPr/>
        </p:nvSpPr>
        <p:spPr>
          <a:xfrm>
            <a:off x="0" y="978408"/>
            <a:ext cx="12191695" cy="548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Rectangle 334"/>
          <p:cNvSpPr/>
          <p:nvPr/>
        </p:nvSpPr>
        <p:spPr>
          <a:xfrm>
            <a:off x="0" y="1819656"/>
            <a:ext cx="12191695" cy="548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Rectangle 335"/>
          <p:cNvSpPr/>
          <p:nvPr/>
        </p:nvSpPr>
        <p:spPr>
          <a:xfrm>
            <a:off x="0" y="2660904"/>
            <a:ext cx="12191695" cy="548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Rectangle 336"/>
          <p:cNvSpPr/>
          <p:nvPr/>
        </p:nvSpPr>
        <p:spPr>
          <a:xfrm>
            <a:off x="0" y="3502152"/>
            <a:ext cx="12191695" cy="548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Rectangle 337"/>
          <p:cNvSpPr/>
          <p:nvPr/>
        </p:nvSpPr>
        <p:spPr>
          <a:xfrm>
            <a:off x="0" y="4343400"/>
            <a:ext cx="12191695" cy="548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Rectangle 338"/>
          <p:cNvSpPr/>
          <p:nvPr/>
        </p:nvSpPr>
        <p:spPr>
          <a:xfrm>
            <a:off x="0" y="5184648"/>
            <a:ext cx="12191695" cy="548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Rectangle 339"/>
          <p:cNvSpPr/>
          <p:nvPr/>
        </p:nvSpPr>
        <p:spPr>
          <a:xfrm>
            <a:off x="0" y="6025896"/>
            <a:ext cx="12191695" cy="548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Oval 340"/>
          <p:cNvSpPr/>
          <p:nvPr/>
        </p:nvSpPr>
        <p:spPr>
          <a:xfrm>
            <a:off x="4835217" y="1361247"/>
            <a:ext cx="94339" cy="94339"/>
          </a:xfrm>
          <a:prstGeom prst="ellipse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Oval 341"/>
          <p:cNvSpPr/>
          <p:nvPr/>
        </p:nvSpPr>
        <p:spPr>
          <a:xfrm>
            <a:off x="6347216" y="4515070"/>
            <a:ext cx="91141" cy="91141"/>
          </a:xfrm>
          <a:prstGeom prst="ellipse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Oval 342"/>
          <p:cNvSpPr/>
          <p:nvPr/>
        </p:nvSpPr>
        <p:spPr>
          <a:xfrm>
            <a:off x="1768894" y="6349443"/>
            <a:ext cx="44408" cy="44408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Oval 343"/>
          <p:cNvSpPr/>
          <p:nvPr/>
        </p:nvSpPr>
        <p:spPr>
          <a:xfrm>
            <a:off x="5353617" y="2195498"/>
            <a:ext cx="64476" cy="64476"/>
          </a:xfrm>
          <a:prstGeom prst="ellipse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Oval 344"/>
          <p:cNvSpPr/>
          <p:nvPr/>
        </p:nvSpPr>
        <p:spPr>
          <a:xfrm>
            <a:off x="1585861" y="5312615"/>
            <a:ext cx="58162" cy="58162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Oval 345"/>
          <p:cNvSpPr/>
          <p:nvPr/>
        </p:nvSpPr>
        <p:spPr>
          <a:xfrm>
            <a:off x="5370210" y="1419817"/>
            <a:ext cx="47888" cy="47888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Oval 346"/>
          <p:cNvSpPr/>
          <p:nvPr/>
        </p:nvSpPr>
        <p:spPr>
          <a:xfrm>
            <a:off x="11604956" y="4210089"/>
            <a:ext cx="97515" cy="97515"/>
          </a:xfrm>
          <a:prstGeom prst="ellipse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Oval 347"/>
          <p:cNvSpPr/>
          <p:nvPr/>
        </p:nvSpPr>
        <p:spPr>
          <a:xfrm>
            <a:off x="9726414" y="4568740"/>
            <a:ext cx="69334" cy="69334"/>
          </a:xfrm>
          <a:prstGeom prst="ellipse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Oval 348"/>
          <p:cNvSpPr/>
          <p:nvPr/>
        </p:nvSpPr>
        <p:spPr>
          <a:xfrm>
            <a:off x="974463" y="1096331"/>
            <a:ext cx="37450" cy="3745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Oval 349"/>
          <p:cNvSpPr/>
          <p:nvPr/>
        </p:nvSpPr>
        <p:spPr>
          <a:xfrm>
            <a:off x="10439447" y="4646868"/>
            <a:ext cx="77961" cy="77961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Oval 350"/>
          <p:cNvSpPr/>
          <p:nvPr/>
        </p:nvSpPr>
        <p:spPr>
          <a:xfrm>
            <a:off x="6668467" y="713150"/>
            <a:ext cx="54870" cy="54870"/>
          </a:xfrm>
          <a:prstGeom prst="ellipse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Oval 351"/>
          <p:cNvSpPr/>
          <p:nvPr/>
        </p:nvSpPr>
        <p:spPr>
          <a:xfrm>
            <a:off x="11603437" y="2455060"/>
            <a:ext cx="38153" cy="38153"/>
          </a:xfrm>
          <a:prstGeom prst="ellipse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Oval 352"/>
          <p:cNvSpPr/>
          <p:nvPr/>
        </p:nvSpPr>
        <p:spPr>
          <a:xfrm>
            <a:off x="6860823" y="3934604"/>
            <a:ext cx="75416" cy="75416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Oval 353"/>
          <p:cNvSpPr/>
          <p:nvPr/>
        </p:nvSpPr>
        <p:spPr>
          <a:xfrm>
            <a:off x="3831632" y="2853451"/>
            <a:ext cx="84921" cy="84921"/>
          </a:xfrm>
          <a:prstGeom prst="ellipse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Oval 354"/>
          <p:cNvSpPr/>
          <p:nvPr/>
        </p:nvSpPr>
        <p:spPr>
          <a:xfrm>
            <a:off x="5750328" y="4098430"/>
            <a:ext cx="98027" cy="98027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Oval 355"/>
          <p:cNvSpPr/>
          <p:nvPr/>
        </p:nvSpPr>
        <p:spPr>
          <a:xfrm>
            <a:off x="9803789" y="397143"/>
            <a:ext cx="57201" cy="57201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Oval 356"/>
          <p:cNvSpPr/>
          <p:nvPr/>
        </p:nvSpPr>
        <p:spPr>
          <a:xfrm>
            <a:off x="5447626" y="4969001"/>
            <a:ext cx="81875" cy="81875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Oval 357"/>
          <p:cNvSpPr/>
          <p:nvPr/>
        </p:nvSpPr>
        <p:spPr>
          <a:xfrm>
            <a:off x="8872455" y="1060573"/>
            <a:ext cx="59183" cy="59183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Oval 358"/>
          <p:cNvSpPr/>
          <p:nvPr/>
        </p:nvSpPr>
        <p:spPr>
          <a:xfrm>
            <a:off x="8934753" y="2895632"/>
            <a:ext cx="66810" cy="6681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Oval 359"/>
          <p:cNvSpPr/>
          <p:nvPr/>
        </p:nvSpPr>
        <p:spPr>
          <a:xfrm>
            <a:off x="718963" y="6269433"/>
            <a:ext cx="97109" cy="97109"/>
          </a:xfrm>
          <a:prstGeom prst="ellipse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Oval 360"/>
          <p:cNvSpPr/>
          <p:nvPr/>
        </p:nvSpPr>
        <p:spPr>
          <a:xfrm>
            <a:off x="8870331" y="5019754"/>
            <a:ext cx="67484" cy="67484"/>
          </a:xfrm>
          <a:prstGeom prst="ellipse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Oval 361"/>
          <p:cNvSpPr/>
          <p:nvPr/>
        </p:nvSpPr>
        <p:spPr>
          <a:xfrm>
            <a:off x="1235623" y="4509817"/>
            <a:ext cx="70418" cy="70418"/>
          </a:xfrm>
          <a:prstGeom prst="ellipse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Oval 362"/>
          <p:cNvSpPr/>
          <p:nvPr/>
        </p:nvSpPr>
        <p:spPr>
          <a:xfrm>
            <a:off x="2404733" y="4806135"/>
            <a:ext cx="39306" cy="39306"/>
          </a:xfrm>
          <a:prstGeom prst="ellipse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Oval 363"/>
          <p:cNvSpPr/>
          <p:nvPr/>
        </p:nvSpPr>
        <p:spPr>
          <a:xfrm>
            <a:off x="2518251" y="2610412"/>
            <a:ext cx="75306" cy="75306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Oval 364"/>
          <p:cNvSpPr/>
          <p:nvPr/>
        </p:nvSpPr>
        <p:spPr>
          <a:xfrm>
            <a:off x="6375392" y="2664231"/>
            <a:ext cx="80753" cy="80753"/>
          </a:xfrm>
          <a:prstGeom prst="ellipse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Oval 365"/>
          <p:cNvSpPr/>
          <p:nvPr/>
        </p:nvSpPr>
        <p:spPr>
          <a:xfrm>
            <a:off x="3069473" y="5571498"/>
            <a:ext cx="38829" cy="38829"/>
          </a:xfrm>
          <a:prstGeom prst="ellipse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Oval 366"/>
          <p:cNvSpPr/>
          <p:nvPr/>
        </p:nvSpPr>
        <p:spPr>
          <a:xfrm>
            <a:off x="11772815" y="2672299"/>
            <a:ext cx="60213" cy="60213"/>
          </a:xfrm>
          <a:prstGeom prst="ellipse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Oval 367"/>
          <p:cNvSpPr/>
          <p:nvPr/>
        </p:nvSpPr>
        <p:spPr>
          <a:xfrm>
            <a:off x="10318903" y="3573868"/>
            <a:ext cx="74940" cy="749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Rectangle 368"/>
          <p:cNvSpPr/>
          <p:nvPr/>
        </p:nvSpPr>
        <p:spPr>
          <a:xfrm>
            <a:off x="137160" y="137160"/>
            <a:ext cx="347472" cy="4114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Rectangle 369"/>
          <p:cNvSpPr/>
          <p:nvPr/>
        </p:nvSpPr>
        <p:spPr>
          <a:xfrm>
            <a:off x="137160" y="137160"/>
            <a:ext cx="41148" cy="3474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Rectangle 370"/>
          <p:cNvSpPr/>
          <p:nvPr/>
        </p:nvSpPr>
        <p:spPr>
          <a:xfrm>
            <a:off x="11707063" y="137160"/>
            <a:ext cx="347472" cy="41148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Rectangle 371"/>
          <p:cNvSpPr/>
          <p:nvPr/>
        </p:nvSpPr>
        <p:spPr>
          <a:xfrm>
            <a:off x="12013387" y="137160"/>
            <a:ext cx="41148" cy="347472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Rectangle 372"/>
          <p:cNvSpPr/>
          <p:nvPr/>
        </p:nvSpPr>
        <p:spPr>
          <a:xfrm>
            <a:off x="137160" y="6679692"/>
            <a:ext cx="347472" cy="41148"/>
          </a:xfrm>
          <a:prstGeom prst="rect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Rectangle 373"/>
          <p:cNvSpPr/>
          <p:nvPr/>
        </p:nvSpPr>
        <p:spPr>
          <a:xfrm>
            <a:off x="137160" y="6373368"/>
            <a:ext cx="41148" cy="347472"/>
          </a:xfrm>
          <a:prstGeom prst="rect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Rectangle 374"/>
          <p:cNvSpPr/>
          <p:nvPr/>
        </p:nvSpPr>
        <p:spPr>
          <a:xfrm>
            <a:off x="11707063" y="6679692"/>
            <a:ext cx="347472" cy="4114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Rectangle 375"/>
          <p:cNvSpPr/>
          <p:nvPr/>
        </p:nvSpPr>
        <p:spPr>
          <a:xfrm>
            <a:off x="12013387" y="6373368"/>
            <a:ext cx="41148" cy="3474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Rectangle 376"/>
          <p:cNvSpPr/>
          <p:nvPr/>
        </p:nvSpPr>
        <p:spPr>
          <a:xfrm>
            <a:off x="54864" y="54864"/>
            <a:ext cx="12081967" cy="2286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Rectangle 377"/>
          <p:cNvSpPr/>
          <p:nvPr/>
        </p:nvSpPr>
        <p:spPr>
          <a:xfrm>
            <a:off x="54864" y="6780276"/>
            <a:ext cx="12081967" cy="2286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Rectangle 378"/>
          <p:cNvSpPr/>
          <p:nvPr/>
        </p:nvSpPr>
        <p:spPr>
          <a:xfrm>
            <a:off x="54864" y="54864"/>
            <a:ext cx="22860" cy="6748272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Rectangle 379"/>
          <p:cNvSpPr/>
          <p:nvPr/>
        </p:nvSpPr>
        <p:spPr>
          <a:xfrm>
            <a:off x="12113971" y="54864"/>
            <a:ext cx="22860" cy="6748272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Rectangle 380"/>
          <p:cNvSpPr/>
          <p:nvPr/>
        </p:nvSpPr>
        <p:spPr>
          <a:xfrm>
            <a:off x="82296" y="82296"/>
            <a:ext cx="12027103" cy="16459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Rectangle 381"/>
          <p:cNvSpPr/>
          <p:nvPr/>
        </p:nvSpPr>
        <p:spPr>
          <a:xfrm>
            <a:off x="82296" y="6759245"/>
            <a:ext cx="12027103" cy="16459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Rectangle 382"/>
          <p:cNvSpPr/>
          <p:nvPr/>
        </p:nvSpPr>
        <p:spPr>
          <a:xfrm>
            <a:off x="109728" y="109728"/>
            <a:ext cx="11972239" cy="109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Rectangle 383"/>
          <p:cNvSpPr/>
          <p:nvPr/>
        </p:nvSpPr>
        <p:spPr>
          <a:xfrm>
            <a:off x="109728" y="6737300"/>
            <a:ext cx="11972239" cy="109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Rectangle 384"/>
          <p:cNvSpPr/>
          <p:nvPr/>
        </p:nvSpPr>
        <p:spPr>
          <a:xfrm>
            <a:off x="109728" y="109728"/>
            <a:ext cx="10972" cy="663854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Rectangle 385"/>
          <p:cNvSpPr/>
          <p:nvPr/>
        </p:nvSpPr>
        <p:spPr>
          <a:xfrm>
            <a:off x="12070995" y="109728"/>
            <a:ext cx="10972" cy="663854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Rectangle 386"/>
          <p:cNvSpPr/>
          <p:nvPr/>
        </p:nvSpPr>
        <p:spPr>
          <a:xfrm>
            <a:off x="457200" y="365760"/>
            <a:ext cx="109728" cy="82296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Rectangle 387"/>
          <p:cNvSpPr/>
          <p:nvPr/>
        </p:nvSpPr>
        <p:spPr>
          <a:xfrm>
            <a:off x="566928" y="365760"/>
            <a:ext cx="36576" cy="822960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TextBox 388"/>
          <p:cNvSpPr txBox="1"/>
          <p:nvPr/>
        </p:nvSpPr>
        <p:spPr>
          <a:xfrm>
            <a:off x="713232" y="38404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00E5FF"/>
                </a:solidFill>
                <a:latin typeface="Microsoft YaHei"/>
              </a:rPr>
              <a:t>◢</a:t>
            </a:r>
          </a:p>
        </p:txBody>
      </p:sp>
      <p:sp>
        <p:nvSpPr>
          <p:cNvPr id="390" name="TextBox 389"/>
          <p:cNvSpPr txBox="1"/>
          <p:nvPr/>
        </p:nvSpPr>
        <p:spPr>
          <a:xfrm>
            <a:off x="1143000" y="347472"/>
            <a:ext cx="100584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200" b="1">
                <a:solidFill>
                  <a:srgbClr val="FFFFFF"/>
                </a:solidFill>
                <a:latin typeface="Microsoft YaHei"/>
              </a:rPr>
              <a:t>让 AI 每一次输出都可信</a:t>
            </a:r>
          </a:p>
        </p:txBody>
      </p:sp>
      <p:sp>
        <p:nvSpPr>
          <p:cNvPr id="391" name="TextBox 390"/>
          <p:cNvSpPr txBox="1"/>
          <p:nvPr/>
        </p:nvSpPr>
        <p:spPr>
          <a:xfrm>
            <a:off x="1143000" y="932688"/>
            <a:ext cx="100584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00E5FF"/>
                </a:solidFill>
                <a:latin typeface="Microsoft YaHei"/>
              </a:rPr>
              <a:t>FlowForge AI：编排·评分·存证三位一体</a:t>
            </a:r>
          </a:p>
        </p:txBody>
      </p:sp>
      <p:sp>
        <p:nvSpPr>
          <p:cNvPr id="392" name="Rectangle 391"/>
          <p:cNvSpPr/>
          <p:nvPr/>
        </p:nvSpPr>
        <p:spPr>
          <a:xfrm>
            <a:off x="1143000" y="1298448"/>
            <a:ext cx="3200400" cy="2743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Rectangle 392"/>
          <p:cNvSpPr/>
          <p:nvPr/>
        </p:nvSpPr>
        <p:spPr>
          <a:xfrm>
            <a:off x="4343400" y="1298448"/>
            <a:ext cx="2286000" cy="27432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Rectangle 393"/>
          <p:cNvSpPr/>
          <p:nvPr/>
        </p:nvSpPr>
        <p:spPr>
          <a:xfrm>
            <a:off x="6629400" y="1298448"/>
            <a:ext cx="1828800" cy="27432"/>
          </a:xfrm>
          <a:prstGeom prst="rect">
            <a:avLst/>
          </a:prstGeom>
          <a:solidFill>
            <a:srgbClr val="FF4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Rectangle 394"/>
          <p:cNvSpPr/>
          <p:nvPr/>
        </p:nvSpPr>
        <p:spPr>
          <a:xfrm>
            <a:off x="8458200" y="1298448"/>
            <a:ext cx="1645920" cy="27432"/>
          </a:xfrm>
          <a:prstGeom prst="rect">
            <a:avLst/>
          </a:prstGeom>
          <a:solidFill>
            <a:srgbClr val="F5B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Rectangle 395"/>
          <p:cNvSpPr/>
          <p:nvPr/>
        </p:nvSpPr>
        <p:spPr>
          <a:xfrm>
            <a:off x="10104120" y="1298448"/>
            <a:ext cx="1097280" cy="2743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Rectangle 396"/>
          <p:cNvSpPr/>
          <p:nvPr/>
        </p:nvSpPr>
        <p:spPr>
          <a:xfrm>
            <a:off x="1097280" y="347472"/>
            <a:ext cx="10515600" cy="987552"/>
          </a:xfrm>
          <a:prstGeom prst="rect">
            <a:avLst/>
          </a:prstGeom>
          <a:solidFill>
            <a:srgbClr val="1A0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Oval 397"/>
          <p:cNvSpPr/>
          <p:nvPr/>
        </p:nvSpPr>
        <p:spPr>
          <a:xfrm>
            <a:off x="11247120" y="274320"/>
            <a:ext cx="640080" cy="64008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Oval 398"/>
          <p:cNvSpPr/>
          <p:nvPr/>
        </p:nvSpPr>
        <p:spPr>
          <a:xfrm>
            <a:off x="11292840" y="320040"/>
            <a:ext cx="548640" cy="548640"/>
          </a:xfrm>
          <a:prstGeom prst="ellipse">
            <a:avLst/>
          </a:prstGeom>
          <a:solidFill>
            <a:srgbClr val="1A0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TextBox 399"/>
          <p:cNvSpPr txBox="1"/>
          <p:nvPr/>
        </p:nvSpPr>
        <p:spPr>
          <a:xfrm>
            <a:off x="11247120" y="320040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2000" b="1">
                <a:solidFill>
                  <a:srgbClr val="00E5FF"/>
                </a:solidFill>
                <a:latin typeface="Microsoft YaHei"/>
              </a:rPr>
              <a:t>15</a:t>
            </a:r>
          </a:p>
        </p:txBody>
      </p:sp>
      <p:sp>
        <p:nvSpPr>
          <p:cNvPr id="401" name="TextBox 400"/>
          <p:cNvSpPr txBox="1"/>
          <p:nvPr/>
        </p:nvSpPr>
        <p:spPr>
          <a:xfrm>
            <a:off x="731520" y="14630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F5B642"/>
                </a:solidFill>
                <a:latin typeface="Microsoft YaHei"/>
              </a:rPr>
              <a:t>核心总结</a:t>
            </a:r>
          </a:p>
        </p:txBody>
      </p:sp>
      <p:sp>
        <p:nvSpPr>
          <p:cNvPr id="402" name="TextBox 401"/>
          <p:cNvSpPr txBox="1"/>
          <p:nvPr/>
        </p:nvSpPr>
        <p:spPr>
          <a:xfrm>
            <a:off x="731520" y="1828800"/>
            <a:ext cx="5029200" cy="1828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1">
                <a:solidFill>
                  <a:srgbClr val="00E5FF"/>
                </a:solidFill>
                <a:latin typeface="Microsoft YaHei"/>
              </a:rPr>
              <a:t>▸ </a:t>
            </a:r>
            <a:r>
              <a:rPr sz="1400">
                <a:solidFill>
                  <a:srgbClr val="E8EEF7"/>
                </a:solidFill>
                <a:latin typeface="Microsoft YaHei"/>
              </a:rPr>
              <a:t>编排破流程割裂，评分量化质量，存证验证结果</a:t>
            </a:r>
          </a:p>
        </p:txBody>
      </p:sp>
      <p:sp>
        <p:nvSpPr>
          <p:cNvPr id="403" name="Rounded Rectangle 402"/>
          <p:cNvSpPr/>
          <p:nvPr/>
        </p:nvSpPr>
        <p:spPr>
          <a:xfrm>
            <a:off x="731520" y="3840480"/>
            <a:ext cx="2377440" cy="731520"/>
          </a:xfrm>
          <a:prstGeom prst="roundRect">
            <a:avLst/>
          </a:prstGeom>
          <a:solidFill>
            <a:srgbClr val="12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Rectangle 403"/>
          <p:cNvSpPr/>
          <p:nvPr/>
        </p:nvSpPr>
        <p:spPr>
          <a:xfrm>
            <a:off x="731520" y="3840480"/>
            <a:ext cx="2377440" cy="54864"/>
          </a:xfrm>
          <a:prstGeom prst="rect">
            <a:avLst/>
          </a:prstGeom>
          <a:solidFill>
            <a:srgbClr val="F5B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" name="TextBox 404"/>
          <p:cNvSpPr txBox="1"/>
          <p:nvPr/>
        </p:nvSpPr>
        <p:spPr>
          <a:xfrm>
            <a:off x="731520" y="393192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1">
                <a:solidFill>
                  <a:srgbClr val="F5B642"/>
                </a:solidFill>
                <a:latin typeface="Microsoft YaHei"/>
              </a:rPr>
              <a:t>AI×Blockchain 信任</a:t>
            </a:r>
          </a:p>
        </p:txBody>
      </p:sp>
      <p:sp>
        <p:nvSpPr>
          <p:cNvPr id="406" name="TextBox 405"/>
          <p:cNvSpPr txBox="1"/>
          <p:nvPr/>
        </p:nvSpPr>
        <p:spPr>
          <a:xfrm>
            <a:off x="731520" y="42519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>
                <a:solidFill>
                  <a:srgbClr val="E8EEF7"/>
                </a:solidFill>
                <a:latin typeface="Microsoft YaHei"/>
              </a:rPr>
              <a:t>双赛道同源</a:t>
            </a:r>
          </a:p>
        </p:txBody>
      </p:sp>
      <p:sp>
        <p:nvSpPr>
          <p:cNvPr id="407" name="Rounded Rectangle 406"/>
          <p:cNvSpPr/>
          <p:nvPr/>
        </p:nvSpPr>
        <p:spPr>
          <a:xfrm>
            <a:off x="3291840" y="3840480"/>
            <a:ext cx="2377440" cy="731520"/>
          </a:xfrm>
          <a:prstGeom prst="roundRect">
            <a:avLst/>
          </a:prstGeom>
          <a:solidFill>
            <a:srgbClr val="12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" name="Rectangle 407"/>
          <p:cNvSpPr/>
          <p:nvPr/>
        </p:nvSpPr>
        <p:spPr>
          <a:xfrm>
            <a:off x="3291840" y="3840480"/>
            <a:ext cx="2377440" cy="54864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TextBox 408"/>
          <p:cNvSpPr txBox="1"/>
          <p:nvPr/>
        </p:nvSpPr>
        <p:spPr>
          <a:xfrm>
            <a:off x="3291840" y="393192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1">
                <a:solidFill>
                  <a:srgbClr val="4FC3F7"/>
                </a:solidFill>
                <a:latin typeface="Microsoft YaHei"/>
              </a:rPr>
              <a:t>GCC 公共物品</a:t>
            </a:r>
          </a:p>
        </p:txBody>
      </p:sp>
      <p:sp>
        <p:nvSpPr>
          <p:cNvPr id="410" name="TextBox 409"/>
          <p:cNvSpPr txBox="1"/>
          <p:nvPr/>
        </p:nvSpPr>
        <p:spPr>
          <a:xfrm>
            <a:off x="3291840" y="42519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>
                <a:solidFill>
                  <a:srgbClr val="E8EEF7"/>
                </a:solidFill>
                <a:latin typeface="Microsoft YaHei"/>
              </a:rPr>
              <a:t>双赛道同源</a:t>
            </a:r>
          </a:p>
        </p:txBody>
      </p:sp>
      <p:sp>
        <p:nvSpPr>
          <p:cNvPr id="411" name="TextBox 410"/>
          <p:cNvSpPr txBox="1"/>
          <p:nvPr/>
        </p:nvSpPr>
        <p:spPr>
          <a:xfrm>
            <a:off x="731520" y="484632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F5B642"/>
                </a:solidFill>
                <a:latin typeface="Microsoft YaHei"/>
              </a:rPr>
              <a:t>感谢聆听 · 欢迎现场验证 · Shadu Team</a:t>
            </a:r>
          </a:p>
        </p:txBody>
      </p:sp>
      <p:sp>
        <p:nvSpPr>
          <p:cNvPr id="412" name="TextBox 411"/>
          <p:cNvSpPr txBox="1"/>
          <p:nvPr/>
        </p:nvSpPr>
        <p:spPr>
          <a:xfrm>
            <a:off x="6400800" y="146304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4FC3F7"/>
                </a:solidFill>
                <a:latin typeface="Microsoft YaHei"/>
              </a:rPr>
              <a:t>路线图</a:t>
            </a:r>
          </a:p>
        </p:txBody>
      </p:sp>
      <p:sp>
        <p:nvSpPr>
          <p:cNvPr id="413" name="Rounded Rectangle 412"/>
          <p:cNvSpPr/>
          <p:nvPr/>
        </p:nvSpPr>
        <p:spPr>
          <a:xfrm>
            <a:off x="6400800" y="1920240"/>
            <a:ext cx="5303520" cy="1005840"/>
          </a:xfrm>
          <a:prstGeom prst="roundRect">
            <a:avLst/>
          </a:prstGeom>
          <a:solidFill>
            <a:srgbClr val="12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Rectangle 413"/>
          <p:cNvSpPr/>
          <p:nvPr/>
        </p:nvSpPr>
        <p:spPr>
          <a:xfrm>
            <a:off x="6400800" y="1920240"/>
            <a:ext cx="73152" cy="100584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TextBox 414"/>
          <p:cNvSpPr txBox="1"/>
          <p:nvPr/>
        </p:nvSpPr>
        <p:spPr>
          <a:xfrm>
            <a:off x="6583680" y="201168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4CAF50"/>
                </a:solidFill>
                <a:latin typeface="Microsoft YaHei"/>
              </a:rPr>
              <a:t>已完成</a:t>
            </a:r>
          </a:p>
        </p:txBody>
      </p:sp>
      <p:sp>
        <p:nvSpPr>
          <p:cNvPr id="416" name="TextBox 415"/>
          <p:cNvSpPr txBox="1"/>
          <p:nvPr/>
        </p:nvSpPr>
        <p:spPr>
          <a:xfrm>
            <a:off x="8046720" y="2011680"/>
            <a:ext cx="34747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E8EEF7"/>
                </a:solidFill>
                <a:latin typeface="Microsoft YaHei"/>
              </a:rPr>
              <a:t>v2.67 主网部署
评分存证闭环</a:t>
            </a:r>
          </a:p>
        </p:txBody>
      </p:sp>
      <p:sp>
        <p:nvSpPr>
          <p:cNvPr id="417" name="Rounded Rectangle 416"/>
          <p:cNvSpPr/>
          <p:nvPr/>
        </p:nvSpPr>
        <p:spPr>
          <a:xfrm>
            <a:off x="6400800" y="3017520"/>
            <a:ext cx="5303520" cy="1005840"/>
          </a:xfrm>
          <a:prstGeom prst="roundRect">
            <a:avLst/>
          </a:prstGeom>
          <a:solidFill>
            <a:srgbClr val="12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Rectangle 417"/>
          <p:cNvSpPr/>
          <p:nvPr/>
        </p:nvSpPr>
        <p:spPr>
          <a:xfrm>
            <a:off x="6400800" y="3017520"/>
            <a:ext cx="73152" cy="1005840"/>
          </a:xfrm>
          <a:prstGeom prst="rect">
            <a:avLst/>
          </a:prstGeom>
          <a:solidFill>
            <a:srgbClr val="F5B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TextBox 418"/>
          <p:cNvSpPr txBox="1"/>
          <p:nvPr/>
        </p:nvSpPr>
        <p:spPr>
          <a:xfrm>
            <a:off x="6583680" y="310896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F5B642"/>
                </a:solidFill>
                <a:latin typeface="Microsoft YaHei"/>
              </a:rPr>
              <a:t>近期</a:t>
            </a:r>
          </a:p>
        </p:txBody>
      </p:sp>
      <p:sp>
        <p:nvSpPr>
          <p:cNvPr id="420" name="TextBox 419"/>
          <p:cNvSpPr txBox="1"/>
          <p:nvPr/>
        </p:nvSpPr>
        <p:spPr>
          <a:xfrm>
            <a:off x="8046720" y="3108960"/>
            <a:ext cx="34747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E8EEF7"/>
                </a:solidFill>
                <a:latin typeface="Microsoft YaHei"/>
              </a:rPr>
              <a:t>扩展智能体模板
开放工作流市场</a:t>
            </a:r>
          </a:p>
        </p:txBody>
      </p:sp>
      <p:sp>
        <p:nvSpPr>
          <p:cNvPr id="421" name="Rounded Rectangle 420"/>
          <p:cNvSpPr/>
          <p:nvPr/>
        </p:nvSpPr>
        <p:spPr>
          <a:xfrm>
            <a:off x="6400800" y="4114800"/>
            <a:ext cx="5303520" cy="1005840"/>
          </a:xfrm>
          <a:prstGeom prst="roundRect">
            <a:avLst/>
          </a:prstGeom>
          <a:solidFill>
            <a:srgbClr val="12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" name="Rectangle 421"/>
          <p:cNvSpPr/>
          <p:nvPr/>
        </p:nvSpPr>
        <p:spPr>
          <a:xfrm>
            <a:off x="6400800" y="4114800"/>
            <a:ext cx="73152" cy="100584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" name="TextBox 422"/>
          <p:cNvSpPr txBox="1"/>
          <p:nvPr/>
        </p:nvSpPr>
        <p:spPr>
          <a:xfrm>
            <a:off x="6583680" y="420624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4FC3F7"/>
                </a:solidFill>
                <a:latin typeface="Microsoft YaHei"/>
              </a:rPr>
              <a:t>中期</a:t>
            </a:r>
          </a:p>
        </p:txBody>
      </p:sp>
      <p:sp>
        <p:nvSpPr>
          <p:cNvPr id="424" name="TextBox 423"/>
          <p:cNvSpPr txBox="1"/>
          <p:nvPr/>
        </p:nvSpPr>
        <p:spPr>
          <a:xfrm>
            <a:off x="8046720" y="4206240"/>
            <a:ext cx="34747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E8EEF7"/>
                </a:solidFill>
                <a:latin typeface="Microsoft YaHei"/>
              </a:rPr>
              <a:t>引入链上激励
奖励模板贡献者</a:t>
            </a:r>
          </a:p>
        </p:txBody>
      </p:sp>
      <p:sp>
        <p:nvSpPr>
          <p:cNvPr id="425" name="Rounded Rectangle 424"/>
          <p:cNvSpPr/>
          <p:nvPr/>
        </p:nvSpPr>
        <p:spPr>
          <a:xfrm>
            <a:off x="6400800" y="5212080"/>
            <a:ext cx="5303520" cy="1005840"/>
          </a:xfrm>
          <a:prstGeom prst="roundRect">
            <a:avLst/>
          </a:prstGeom>
          <a:solidFill>
            <a:srgbClr val="12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" name="Rectangle 425"/>
          <p:cNvSpPr/>
          <p:nvPr/>
        </p:nvSpPr>
        <p:spPr>
          <a:xfrm>
            <a:off x="6400800" y="5212080"/>
            <a:ext cx="73152" cy="1005840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" name="TextBox 426"/>
          <p:cNvSpPr txBox="1"/>
          <p:nvPr/>
        </p:nvSpPr>
        <p:spPr>
          <a:xfrm>
            <a:off x="6583680" y="5303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9C27B0"/>
                </a:solidFill>
                <a:latin typeface="Microsoft YaHei"/>
              </a:rPr>
              <a:t>长期</a:t>
            </a:r>
          </a:p>
        </p:txBody>
      </p:sp>
      <p:sp>
        <p:nvSpPr>
          <p:cNvPr id="428" name="TextBox 427"/>
          <p:cNvSpPr txBox="1"/>
          <p:nvPr/>
        </p:nvSpPr>
        <p:spPr>
          <a:xfrm>
            <a:off x="8046720" y="5303520"/>
            <a:ext cx="34747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E8EEF7"/>
                </a:solidFill>
                <a:latin typeface="Microsoft YaHei"/>
              </a:rPr>
              <a:t>AI 工程质量
公共评价存证层</a:t>
            </a:r>
          </a:p>
        </p:txBody>
      </p:sp>
      <p:sp>
        <p:nvSpPr>
          <p:cNvPr id="429" name="Rectangle 428"/>
          <p:cNvSpPr/>
          <p:nvPr/>
        </p:nvSpPr>
        <p:spPr>
          <a:xfrm>
            <a:off x="0" y="6565392"/>
            <a:ext cx="12191695" cy="45720"/>
          </a:xfrm>
          <a:prstGeom prst="rect">
            <a:avLst/>
          </a:prstGeom>
          <a:solidFill>
            <a:srgbClr val="1A0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" name="Rectangle 429"/>
          <p:cNvSpPr/>
          <p:nvPr/>
        </p:nvSpPr>
        <p:spPr>
          <a:xfrm>
            <a:off x="0" y="6565392"/>
            <a:ext cx="12191695" cy="457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" name="Rectangle 430"/>
          <p:cNvSpPr/>
          <p:nvPr/>
        </p:nvSpPr>
        <p:spPr>
          <a:xfrm>
            <a:off x="0" y="6551676"/>
            <a:ext cx="12191695" cy="109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" name="Oval 431"/>
          <p:cNvSpPr/>
          <p:nvPr/>
        </p:nvSpPr>
        <p:spPr>
          <a:xfrm>
            <a:off x="457200" y="6693408"/>
            <a:ext cx="73152" cy="73152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" name="Oval 432"/>
          <p:cNvSpPr/>
          <p:nvPr/>
        </p:nvSpPr>
        <p:spPr>
          <a:xfrm>
            <a:off x="566928" y="6711696"/>
            <a:ext cx="45720" cy="45720"/>
          </a:xfrm>
          <a:prstGeom prst="ellipse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" name="TextBox 433"/>
          <p:cNvSpPr txBox="1"/>
          <p:nvPr/>
        </p:nvSpPr>
        <p:spPr>
          <a:xfrm>
            <a:off x="685800" y="662940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9AA5B5"/>
                </a:solidFill>
                <a:latin typeface="Microsoft YaHei"/>
              </a:rPr>
              <a:t>FlowForge AI  ·  Shadu Team  ·  v2.67</a:t>
            </a:r>
          </a:p>
        </p:txBody>
      </p:sp>
      <p:sp>
        <p:nvSpPr>
          <p:cNvPr id="435" name="TextBox 434"/>
          <p:cNvSpPr txBox="1"/>
          <p:nvPr/>
        </p:nvSpPr>
        <p:spPr>
          <a:xfrm>
            <a:off x="10058400" y="662940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>
                <a:solidFill>
                  <a:srgbClr val="00E5FF"/>
                </a:solidFill>
                <a:latin typeface="Microsoft YaHei"/>
              </a:rPr>
              <a:t>[ 15 / 15 ]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